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33.png" ContentType="image/png"/>
  <Override PartName="/ppt/media/image4.png" ContentType="image/png"/>
  <Override PartName="/ppt/media/image36.png" ContentType="image/png"/>
  <Override PartName="/ppt/media/image12.png" ContentType="image/png"/>
  <Override PartName="/ppt/media/image5.png" ContentType="image/png"/>
  <Override PartName="/ppt/media/image37.png" ContentType="image/png"/>
  <Override PartName="/ppt/media/image13.png" ContentType="image/png"/>
  <Override PartName="/ppt/media/image6.png" ContentType="image/png"/>
  <Override PartName="/ppt/media/image38.png" ContentType="image/png"/>
  <Override PartName="/ppt/media/image14.png" ContentType="image/png"/>
  <Override PartName="/ppt/media/image7.png" ContentType="image/png"/>
  <Override PartName="/ppt/media/image39.png" ContentType="image/png"/>
  <Override PartName="/ppt/media/image15.png" ContentType="image/png"/>
  <Override PartName="/ppt/media/image16.png" ContentType="image/png"/>
  <Override PartName="/ppt/media/image10.png" ContentType="image/png"/>
  <Override PartName="/ppt/media/image2.png" ContentType="image/png"/>
  <Override PartName="/ppt/media/image34.png" ContentType="image/png"/>
  <Override PartName="/ppt/media/image11.png" ContentType="image/png"/>
  <Override PartName="/ppt/media/image3.png" ContentType="image/png"/>
  <Override PartName="/ppt/media/image35.png" ContentType="image/png"/>
  <Override PartName="/ppt/media/image18.png" ContentType="image/png"/>
  <Override PartName="/ppt/media/image19.png" ContentType="image/png"/>
  <Override PartName="/ppt/media/image8.png" ContentType="image/png"/>
  <Override PartName="/ppt/media/image20.png" ContentType="image/png"/>
  <Override PartName="/ppt/media/image9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7.png" ContentType="image/png"/>
  <Override PartName="/ppt/media/image24.png" ContentType="image/png"/>
  <Override PartName="/ppt/media/image30.png" ContentType="image/png"/>
  <Override PartName="/ppt/media/image40.png" ContentType="image/png"/>
  <Override PartName="/ppt/media/image25.png" ContentType="image/png"/>
  <Override PartName="/ppt/media/image31.png" ContentType="image/png"/>
  <Override PartName="/ppt/media/image41.png" ContentType="image/png"/>
  <Override PartName="/ppt/media/image26.png" ContentType="image/png"/>
  <Override PartName="/ppt/media/image17.png" ContentType="image/png"/>
  <Override PartName="/ppt/media/image32.png" ContentType="image/png"/>
  <Override PartName="/ppt/media/image28.png" ContentType="image/png"/>
  <Override PartName="/ppt/media/image29.png" ContentType="image/png"/>
  <Override PartName="/ppt/slides/_rels/slide2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86DEAF-4110-437D-A0CB-DFE0E1A7F5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7EC39B3-1B60-450D-A06C-AE184326A5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327910-B117-4C7D-813D-9AC68AF2EC41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65E32B-602F-467A-B103-3E26266CC214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41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 flipH="1" rot="10800000">
            <a:off x="28440" y="1042920"/>
            <a:ext cx="10078920" cy="3549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 flipH="1" rot="10800000">
            <a:off x="28440" y="1001520"/>
            <a:ext cx="10078920" cy="3549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/>
          <a:stretch/>
        </p:blipFill>
        <p:spPr>
          <a:xfrm flipH="1" rot="10800000">
            <a:off x="100800" y="1280160"/>
            <a:ext cx="10078920" cy="3549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0" y="45720"/>
            <a:ext cx="6203520" cy="4171680"/>
          </a:xfrm>
          <a:prstGeom prst="rect">
            <a:avLst/>
          </a:prstGeom>
          <a:ln w="0">
            <a:noFill/>
          </a:ln>
        </p:spPr>
      </p:pic>
      <p:pic>
        <p:nvPicPr>
          <p:cNvPr id="18" name="" descr=""/>
          <p:cNvPicPr/>
          <p:nvPr/>
        </p:nvPicPr>
        <p:blipFill>
          <a:blip r:embed="rId2"/>
          <a:stretch/>
        </p:blipFill>
        <p:spPr>
          <a:xfrm>
            <a:off x="5526720" y="630720"/>
            <a:ext cx="4967280" cy="3340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2156040" y="0"/>
            <a:ext cx="6848280" cy="4588200"/>
          </a:xfrm>
          <a:prstGeom prst="rect">
            <a:avLst/>
          </a:prstGeom>
          <a:ln w="0">
            <a:noFill/>
          </a:ln>
        </p:spPr>
      </p:pic>
      <p:pic>
        <p:nvPicPr>
          <p:cNvPr id="20" name="" descr=""/>
          <p:cNvPicPr/>
          <p:nvPr/>
        </p:nvPicPr>
        <p:blipFill>
          <a:blip r:embed="rId2"/>
          <a:stretch/>
        </p:blipFill>
        <p:spPr>
          <a:xfrm>
            <a:off x="-3787920" y="73080"/>
            <a:ext cx="7057440" cy="4458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" descr=""/>
          <p:cNvPicPr/>
          <p:nvPr/>
        </p:nvPicPr>
        <p:blipFill>
          <a:blip r:embed="rId1"/>
          <a:stretch/>
        </p:blipFill>
        <p:spPr>
          <a:xfrm>
            <a:off x="174600" y="505800"/>
            <a:ext cx="4960080" cy="3323160"/>
          </a:xfrm>
          <a:prstGeom prst="rect">
            <a:avLst/>
          </a:prstGeom>
          <a:ln w="0">
            <a:noFill/>
          </a:ln>
        </p:spPr>
      </p:pic>
      <p:pic>
        <p:nvPicPr>
          <p:cNvPr id="22" name="" descr=""/>
          <p:cNvPicPr/>
          <p:nvPr/>
        </p:nvPicPr>
        <p:blipFill>
          <a:blip r:embed="rId2"/>
          <a:stretch/>
        </p:blipFill>
        <p:spPr>
          <a:xfrm>
            <a:off x="4650120" y="505800"/>
            <a:ext cx="5429160" cy="363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" descr=""/>
          <p:cNvPicPr/>
          <p:nvPr/>
        </p:nvPicPr>
        <p:blipFill>
          <a:blip r:embed="rId1"/>
          <a:stretch/>
        </p:blipFill>
        <p:spPr>
          <a:xfrm>
            <a:off x="0" y="756360"/>
            <a:ext cx="4486680" cy="3006000"/>
          </a:xfrm>
          <a:prstGeom prst="rect">
            <a:avLst/>
          </a:prstGeom>
          <a:ln w="0">
            <a:noFill/>
          </a:ln>
        </p:spPr>
      </p:pic>
      <p:pic>
        <p:nvPicPr>
          <p:cNvPr id="24" name="" descr=""/>
          <p:cNvPicPr/>
          <p:nvPr/>
        </p:nvPicPr>
        <p:blipFill>
          <a:blip r:embed="rId2"/>
          <a:stretch/>
        </p:blipFill>
        <p:spPr>
          <a:xfrm>
            <a:off x="4487400" y="918000"/>
            <a:ext cx="3783240" cy="2526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" descr=""/>
          <p:cNvPicPr/>
          <p:nvPr/>
        </p:nvPicPr>
        <p:blipFill>
          <a:blip r:embed="rId1"/>
          <a:stretch/>
        </p:blipFill>
        <p:spPr>
          <a:xfrm>
            <a:off x="4570200" y="719280"/>
            <a:ext cx="5509080" cy="3679560"/>
          </a:xfrm>
          <a:prstGeom prst="rect">
            <a:avLst/>
          </a:prstGeom>
          <a:ln w="0">
            <a:noFill/>
          </a:ln>
        </p:spPr>
      </p:pic>
      <p:pic>
        <p:nvPicPr>
          <p:cNvPr id="26" name="" descr=""/>
          <p:cNvPicPr/>
          <p:nvPr/>
        </p:nvPicPr>
        <p:blipFill>
          <a:blip r:embed="rId2"/>
          <a:stretch/>
        </p:blipFill>
        <p:spPr>
          <a:xfrm>
            <a:off x="0" y="818280"/>
            <a:ext cx="4803120" cy="3207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>
            <a:off x="5085720" y="349560"/>
            <a:ext cx="4601880" cy="307332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DejaVu Sans"/>
              </a:rPr>
              <a:t>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8" name="" descr=""/>
          <p:cNvPicPr/>
          <p:nvPr/>
        </p:nvPicPr>
        <p:blipFill>
          <a:blip r:embed="rId2"/>
          <a:stretch/>
        </p:blipFill>
        <p:spPr>
          <a:xfrm>
            <a:off x="0" y="265320"/>
            <a:ext cx="4961880" cy="3313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" descr=""/>
          <p:cNvPicPr/>
          <p:nvPr/>
        </p:nvPicPr>
        <p:blipFill>
          <a:blip r:embed="rId1"/>
          <a:stretch/>
        </p:blipFill>
        <p:spPr>
          <a:xfrm>
            <a:off x="0" y="719640"/>
            <a:ext cx="5533560" cy="3695760"/>
          </a:xfrm>
          <a:prstGeom prst="rect">
            <a:avLst/>
          </a:prstGeom>
          <a:ln w="0">
            <a:noFill/>
          </a:ln>
        </p:spPr>
      </p:pic>
      <p:pic>
        <p:nvPicPr>
          <p:cNvPr id="30" name="" descr=""/>
          <p:cNvPicPr/>
          <p:nvPr/>
        </p:nvPicPr>
        <p:blipFill>
          <a:blip r:embed="rId2"/>
          <a:srcRect l="0" t="1383" r="777" b="0"/>
          <a:stretch/>
        </p:blipFill>
        <p:spPr>
          <a:xfrm>
            <a:off x="5232960" y="681480"/>
            <a:ext cx="5625000" cy="3733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" descr=""/>
          <p:cNvPicPr/>
          <p:nvPr/>
        </p:nvPicPr>
        <p:blipFill>
          <a:blip r:embed="rId1"/>
          <a:stretch/>
        </p:blipFill>
        <p:spPr>
          <a:xfrm>
            <a:off x="0" y="717120"/>
            <a:ext cx="6079320" cy="4083480"/>
          </a:xfrm>
          <a:prstGeom prst="rect">
            <a:avLst/>
          </a:prstGeom>
          <a:ln w="0">
            <a:noFill/>
          </a:ln>
        </p:spPr>
      </p:pic>
      <p:pic>
        <p:nvPicPr>
          <p:cNvPr id="32" name="" descr=""/>
          <p:cNvPicPr/>
          <p:nvPr/>
        </p:nvPicPr>
        <p:blipFill>
          <a:blip r:embed="rId2"/>
          <a:stretch/>
        </p:blipFill>
        <p:spPr>
          <a:xfrm>
            <a:off x="5224680" y="472680"/>
            <a:ext cx="7014240" cy="4711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" descr=""/>
          <p:cNvPicPr/>
          <p:nvPr/>
        </p:nvPicPr>
        <p:blipFill>
          <a:blip r:embed="rId1"/>
          <a:stretch/>
        </p:blipFill>
        <p:spPr>
          <a:xfrm>
            <a:off x="-1217160" y="556200"/>
            <a:ext cx="6214320" cy="4174200"/>
          </a:xfrm>
          <a:prstGeom prst="rect">
            <a:avLst/>
          </a:prstGeom>
          <a:ln w="0">
            <a:noFill/>
          </a:ln>
        </p:spPr>
      </p:pic>
      <p:pic>
        <p:nvPicPr>
          <p:cNvPr id="34" name="" descr=""/>
          <p:cNvPicPr/>
          <p:nvPr/>
        </p:nvPicPr>
        <p:blipFill>
          <a:blip r:embed="rId2"/>
          <a:stretch/>
        </p:blipFill>
        <p:spPr>
          <a:xfrm>
            <a:off x="3898440" y="556200"/>
            <a:ext cx="6181920" cy="415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" descr=""/>
          <p:cNvPicPr/>
          <p:nvPr/>
        </p:nvPicPr>
        <p:blipFill>
          <a:blip r:embed="rId1"/>
          <a:stretch/>
        </p:blipFill>
        <p:spPr>
          <a:xfrm>
            <a:off x="0" y="786960"/>
            <a:ext cx="6208200" cy="4170240"/>
          </a:xfrm>
          <a:prstGeom prst="rect">
            <a:avLst/>
          </a:prstGeom>
          <a:ln w="0">
            <a:noFill/>
          </a:ln>
        </p:spPr>
      </p:pic>
      <p:pic>
        <p:nvPicPr>
          <p:cNvPr id="36" name="" descr=""/>
          <p:cNvPicPr/>
          <p:nvPr/>
        </p:nvPicPr>
        <p:blipFill>
          <a:blip r:embed="rId2"/>
          <a:stretch/>
        </p:blipFill>
        <p:spPr>
          <a:xfrm>
            <a:off x="5364000" y="787680"/>
            <a:ext cx="6045120" cy="4060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0" y="708120"/>
            <a:ext cx="5234040" cy="3515760"/>
          </a:xfrm>
          <a:prstGeom prst="rect">
            <a:avLst/>
          </a:prstGeom>
          <a:ln w="0">
            <a:noFill/>
          </a:ln>
        </p:spPr>
      </p:pic>
      <p:pic>
        <p:nvPicPr>
          <p:cNvPr id="38" name="" descr=""/>
          <p:cNvPicPr/>
          <p:nvPr/>
        </p:nvPicPr>
        <p:blipFill>
          <a:blip r:embed="rId2"/>
          <a:stretch/>
        </p:blipFill>
        <p:spPr>
          <a:xfrm>
            <a:off x="4824000" y="704520"/>
            <a:ext cx="5239080" cy="3519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" descr=""/>
          <p:cNvPicPr/>
          <p:nvPr/>
        </p:nvPicPr>
        <p:blipFill>
          <a:blip r:embed="rId1"/>
          <a:stretch/>
        </p:blipFill>
        <p:spPr>
          <a:xfrm>
            <a:off x="0" y="1063080"/>
            <a:ext cx="5356080" cy="3597840"/>
          </a:xfrm>
          <a:prstGeom prst="rect">
            <a:avLst/>
          </a:prstGeom>
          <a:ln w="0">
            <a:noFill/>
          </a:ln>
        </p:spPr>
      </p:pic>
      <p:pic>
        <p:nvPicPr>
          <p:cNvPr id="40" name="" descr=""/>
          <p:cNvPicPr/>
          <p:nvPr/>
        </p:nvPicPr>
        <p:blipFill>
          <a:blip r:embed="rId2"/>
          <a:stretch/>
        </p:blipFill>
        <p:spPr>
          <a:xfrm>
            <a:off x="5014440" y="1100520"/>
            <a:ext cx="5490000" cy="3687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-1115640" y="173160"/>
            <a:ext cx="5860440" cy="3936240"/>
          </a:xfrm>
          <a:prstGeom prst="rect">
            <a:avLst/>
          </a:prstGeom>
          <a:ln w="0">
            <a:noFill/>
          </a:ln>
        </p:spPr>
      </p:pic>
      <p:pic>
        <p:nvPicPr>
          <p:cNvPr id="42" name="" descr=""/>
          <p:cNvPicPr/>
          <p:nvPr/>
        </p:nvPicPr>
        <p:blipFill>
          <a:blip r:embed="rId2"/>
          <a:stretch/>
        </p:blipFill>
        <p:spPr>
          <a:xfrm>
            <a:off x="4820760" y="236160"/>
            <a:ext cx="6183720" cy="3906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383400"/>
            <a:ext cx="5675040" cy="3571920"/>
          </a:xfrm>
          <a:prstGeom prst="rect">
            <a:avLst/>
          </a:prstGeom>
          <a:ln w="0">
            <a:noFill/>
          </a:ln>
        </p:spPr>
      </p:pic>
      <p:pic>
        <p:nvPicPr>
          <p:cNvPr id="44" name="" descr=""/>
          <p:cNvPicPr/>
          <p:nvPr/>
        </p:nvPicPr>
        <p:blipFill>
          <a:blip r:embed="rId2"/>
          <a:stretch/>
        </p:blipFill>
        <p:spPr>
          <a:xfrm>
            <a:off x="5216400" y="180000"/>
            <a:ext cx="6393240" cy="4024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14400" y="570240"/>
            <a:ext cx="5365440" cy="3377160"/>
          </a:xfrm>
          <a:prstGeom prst="rect">
            <a:avLst/>
          </a:prstGeom>
          <a:ln w="0">
            <a:noFill/>
          </a:ln>
        </p:spPr>
      </p:pic>
      <p:pic>
        <p:nvPicPr>
          <p:cNvPr id="46" name="" descr=""/>
          <p:cNvPicPr/>
          <p:nvPr/>
        </p:nvPicPr>
        <p:blipFill>
          <a:blip r:embed="rId2"/>
          <a:stretch/>
        </p:blipFill>
        <p:spPr>
          <a:xfrm>
            <a:off x="4883040" y="658800"/>
            <a:ext cx="5378040" cy="3385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1009080"/>
            <a:ext cx="5046480" cy="3176640"/>
          </a:xfrm>
          <a:prstGeom prst="rect">
            <a:avLst/>
          </a:prstGeom>
          <a:ln w="0">
            <a:noFill/>
          </a:ln>
        </p:spPr>
      </p:pic>
      <p:pic>
        <p:nvPicPr>
          <p:cNvPr id="48" name="" descr=""/>
          <p:cNvPicPr/>
          <p:nvPr/>
        </p:nvPicPr>
        <p:blipFill>
          <a:blip r:embed="rId2"/>
          <a:stretch/>
        </p:blipFill>
        <p:spPr>
          <a:xfrm>
            <a:off x="5046480" y="1009080"/>
            <a:ext cx="5007600" cy="315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" descr=""/>
          <p:cNvPicPr/>
          <p:nvPr/>
        </p:nvPicPr>
        <p:blipFill>
          <a:blip r:embed="rId1"/>
          <a:stretch/>
        </p:blipFill>
        <p:spPr>
          <a:xfrm>
            <a:off x="0" y="1282680"/>
            <a:ext cx="5147280" cy="3240000"/>
          </a:xfrm>
          <a:prstGeom prst="rect">
            <a:avLst/>
          </a:prstGeom>
          <a:ln w="0">
            <a:noFill/>
          </a:ln>
        </p:spPr>
      </p:pic>
      <p:pic>
        <p:nvPicPr>
          <p:cNvPr id="50" name="" descr=""/>
          <p:cNvPicPr/>
          <p:nvPr/>
        </p:nvPicPr>
        <p:blipFill>
          <a:blip r:embed="rId2"/>
          <a:stretch/>
        </p:blipFill>
        <p:spPr>
          <a:xfrm>
            <a:off x="5187960" y="1340640"/>
            <a:ext cx="5012280" cy="3155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" descr=""/>
          <p:cNvPicPr/>
          <p:nvPr/>
        </p:nvPicPr>
        <p:blipFill>
          <a:blip r:embed="rId1"/>
          <a:stretch/>
        </p:blipFill>
        <p:spPr>
          <a:xfrm>
            <a:off x="149400" y="665280"/>
            <a:ext cx="4635360" cy="2918160"/>
          </a:xfrm>
          <a:prstGeom prst="rect">
            <a:avLst/>
          </a:prstGeom>
          <a:ln w="0">
            <a:noFill/>
          </a:ln>
        </p:spPr>
      </p:pic>
      <p:pic>
        <p:nvPicPr>
          <p:cNvPr id="52" name="" descr=""/>
          <p:cNvPicPr/>
          <p:nvPr/>
        </p:nvPicPr>
        <p:blipFill>
          <a:blip r:embed="rId2"/>
          <a:stretch/>
        </p:blipFill>
        <p:spPr>
          <a:xfrm>
            <a:off x="4821480" y="683280"/>
            <a:ext cx="4607280" cy="2900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" descr=""/>
          <p:cNvPicPr/>
          <p:nvPr/>
        </p:nvPicPr>
        <p:blipFill>
          <a:blip r:embed="rId1"/>
          <a:stretch/>
        </p:blipFill>
        <p:spPr>
          <a:xfrm>
            <a:off x="48600" y="1010160"/>
            <a:ext cx="4925880" cy="3100680"/>
          </a:xfrm>
          <a:prstGeom prst="rect">
            <a:avLst/>
          </a:prstGeom>
          <a:ln w="0">
            <a:noFill/>
          </a:ln>
        </p:spPr>
      </p:pic>
      <p:pic>
        <p:nvPicPr>
          <p:cNvPr id="54" name="" descr=""/>
          <p:cNvPicPr/>
          <p:nvPr/>
        </p:nvPicPr>
        <p:blipFill>
          <a:blip r:embed="rId2"/>
          <a:stretch/>
        </p:blipFill>
        <p:spPr>
          <a:xfrm>
            <a:off x="5051160" y="979200"/>
            <a:ext cx="4976280" cy="3132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783</TotalTime>
  <Application>LibreOffice/24.8.0.3$MacOSX_AARCH64 LibreOffice_project/0bdf1299c94fe897b119f97f3c613e9dca6be583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2026-09-22T10:45:03Z</dcterms:created>
  <dc:creator/>
  <dc:description/>
  <dc:language>en-US</dc:language>
  <cp:lastModifiedBy/>
  <dcterms:modified xsi:type="dcterms:W3CDTF">2026-09-25T19:30:01Z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