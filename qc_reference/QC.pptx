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_rels/presentation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media/image1.png" ContentType="image/png"/>
  <Override PartName="/ppt/media/image33.png" ContentType="image/png"/>
  <Override PartName="/ppt/media/image12.png" ContentType="image/png"/>
  <Override PartName="/ppt/media/image5.png" ContentType="image/png"/>
  <Override PartName="/ppt/media/image37.png" ContentType="image/png"/>
  <Override PartName="/ppt/media/image13.png" ContentType="image/png"/>
  <Override PartName="/ppt/media/image6.png" ContentType="image/png"/>
  <Override PartName="/ppt/media/image38.png" ContentType="image/png"/>
  <Override PartName="/ppt/media/image14.png" ContentType="image/png"/>
  <Override PartName="/ppt/media/image7.png" ContentType="image/png"/>
  <Override PartName="/ppt/media/image39.png" ContentType="image/png"/>
  <Override PartName="/ppt/media/image2.png" ContentType="image/png"/>
  <Override PartName="/ppt/media/image34.png" ContentType="image/png"/>
  <Override PartName="/ppt/media/image17.png" ContentType="image/png"/>
  <Override PartName="/ppt/media/image4.png" ContentType="image/png"/>
  <Override PartName="/ppt/media/image11.png" ContentType="image/png"/>
  <Override PartName="/ppt/media/image36.png" ContentType="image/png"/>
  <Override PartName="/ppt/media/image10.png" ContentType="image/png"/>
  <Override PartName="/ppt/media/image3.png" ContentType="image/png"/>
  <Override PartName="/ppt/media/image35.png" ContentType="image/png"/>
  <Override PartName="/ppt/media/image18.png" ContentType="image/png"/>
  <Override PartName="/ppt/media/image19.png" ContentType="image/png"/>
  <Override PartName="/ppt/media/image20.png" ContentType="image/png"/>
  <Override PartName="/ppt/media/image8.png" ContentType="image/png"/>
  <Override PartName="/ppt/media/image15.png" ContentType="image/png"/>
  <Override PartName="/ppt/media/image22.png" ContentType="image/png"/>
  <Override PartName="/ppt/media/image23.png" ContentType="image/png"/>
  <Override PartName="/ppt/media/image24.png" ContentType="image/png"/>
  <Override PartName="/ppt/media/image9.png" ContentType="image/png"/>
  <Override PartName="/ppt/media/image16.png" ContentType="image/png"/>
  <Override PartName="/ppt/media/image31.png" ContentType="image/png"/>
  <Override PartName="/ppt/media/image25.png" ContentType="image/png"/>
  <Override PartName="/ppt/media/image40.png" ContentType="image/png"/>
  <Override PartName="/ppt/media/image26.png" ContentType="image/png"/>
  <Override PartName="/ppt/media/image41.png" ContentType="image/png"/>
  <Override PartName="/ppt/media/image27.png" ContentType="image/png"/>
  <Override PartName="/ppt/media/image42.png" ContentType="image/png"/>
  <Override PartName="/ppt/media/image28.png" ContentType="image/png"/>
  <Override PartName="/ppt/media/image43.png" ContentType="image/png"/>
  <Override PartName="/ppt/media/image29.png" ContentType="image/png"/>
  <Override PartName="/ppt/media/image44.png" ContentType="image/png"/>
  <Override PartName="/ppt/media/image45.png" ContentType="image/png"/>
  <Override PartName="/ppt/media/image46.png" ContentType="image/png"/>
  <Override PartName="/ppt/media/image47.png" ContentType="image/png"/>
  <Override PartName="/ppt/media/image48.png" ContentType="image/png"/>
  <Override PartName="/ppt/media/image21.png" ContentType="image/png"/>
  <Override PartName="/ppt/media/image32.png" ContentType="image/png"/>
  <Override PartName="/ppt/media/image30.png" ContentType="image/png"/>
  <Override PartName="/ppt/media/image49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480" cy="94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A148A2E-6176-496A-AC6A-296B607B645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480" cy="94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2FDBFD9-98B5-491A-AD46-448B26D7845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480" cy="94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D3FC2D9-9E89-4736-B7DD-76A78791E37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480" cy="94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2840" cy="38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6120" cy="38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A199E74-A1E5-45C1-AC72-861525D0CCF9}" type="slidenum"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6120" cy="38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69480" cy="94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2840" cy="38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6120" cy="38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9CDFF4A-4355-4130-B095-355BE4358C78}" type="slidenum"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6120" cy="38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3.png"/><Relationship Id="rId8" Type="http://schemas.openxmlformats.org/officeDocument/2006/relationships/image" Target="../media/image7.png"/><Relationship Id="rId9" Type="http://schemas.openxmlformats.org/officeDocument/2006/relationships/image" Target="../media/image10.png"/><Relationship Id="rId10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7.png"/><Relationship Id="rId7" Type="http://schemas.openxmlformats.org/officeDocument/2006/relationships/image" Target="../media/image7.png"/><Relationship Id="rId8" Type="http://schemas.openxmlformats.org/officeDocument/2006/relationships/image" Target="../media/image10.png"/><Relationship Id="rId9" Type="http://schemas.openxmlformats.org/officeDocument/2006/relationships/image" Target="../media/image18.png"/><Relationship Id="rId10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7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27.png"/><Relationship Id="rId11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26.png"/><Relationship Id="rId9" Type="http://schemas.openxmlformats.org/officeDocument/2006/relationships/image" Target="../media/image35.png"/><Relationship Id="rId10" Type="http://schemas.openxmlformats.org/officeDocument/2006/relationships/image" Target="../media/image7.png"/><Relationship Id="rId11" Type="http://schemas.openxmlformats.org/officeDocument/2006/relationships/image" Target="../media/image36.png"/><Relationship Id="rId12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image" Target="../media/image45.png"/><Relationship Id="rId10" Type="http://schemas.openxmlformats.org/officeDocument/2006/relationships/image" Target="../media/image31.png"/><Relationship Id="rId11" Type="http://schemas.openxmlformats.org/officeDocument/2006/relationships/image" Target="../media/image35.png"/><Relationship Id="rId12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6.png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Relationship Id="rId7" Type="http://schemas.openxmlformats.org/officeDocument/2006/relationships/image" Target="../media/image40.png"/><Relationship Id="rId8" Type="http://schemas.openxmlformats.org/officeDocument/2006/relationships/image" Target="../media/image41.png"/><Relationship Id="rId9" Type="http://schemas.openxmlformats.org/officeDocument/2006/relationships/image" Target="../media/image43.png"/><Relationship Id="rId10" Type="http://schemas.openxmlformats.org/officeDocument/2006/relationships/image" Target="../media/image44.png"/><Relationship Id="rId11" Type="http://schemas.openxmlformats.org/officeDocument/2006/relationships/image" Target="../media/image31.png"/><Relationship Id="rId12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" descr=""/>
          <p:cNvPicPr/>
          <p:nvPr/>
        </p:nvPicPr>
        <p:blipFill>
          <a:blip r:embed="rId1"/>
          <a:stretch/>
        </p:blipFill>
        <p:spPr>
          <a:xfrm flipH="1" rot="10800000">
            <a:off x="28440" y="1042920"/>
            <a:ext cx="10077480" cy="3548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" descr=""/>
          <p:cNvPicPr/>
          <p:nvPr/>
        </p:nvPicPr>
        <p:blipFill>
          <a:blip r:embed="rId1"/>
          <a:stretch/>
        </p:blipFill>
        <p:spPr>
          <a:xfrm flipH="1" rot="10800000">
            <a:off x="28440" y="1001520"/>
            <a:ext cx="10077480" cy="3548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" descr=""/>
          <p:cNvPicPr/>
          <p:nvPr/>
        </p:nvPicPr>
        <p:blipFill>
          <a:blip r:embed="rId1"/>
          <a:stretch/>
        </p:blipFill>
        <p:spPr>
          <a:xfrm flipH="1" rot="10800000">
            <a:off x="100800" y="1280160"/>
            <a:ext cx="10077480" cy="3548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" descr=""/>
          <p:cNvPicPr/>
          <p:nvPr/>
        </p:nvPicPr>
        <p:blipFill>
          <a:blip r:embed="rId1"/>
          <a:stretch/>
        </p:blipFill>
        <p:spPr>
          <a:xfrm>
            <a:off x="4093920" y="2335680"/>
            <a:ext cx="1581480" cy="1581480"/>
          </a:xfrm>
          <a:prstGeom prst="rect">
            <a:avLst/>
          </a:prstGeom>
          <a:ln w="0">
            <a:noFill/>
          </a:ln>
        </p:spPr>
      </p:pic>
      <p:pic>
        <p:nvPicPr>
          <p:cNvPr id="20" name="" descr=""/>
          <p:cNvPicPr/>
          <p:nvPr/>
        </p:nvPicPr>
        <p:blipFill>
          <a:blip r:embed="rId2"/>
          <a:stretch/>
        </p:blipFill>
        <p:spPr>
          <a:xfrm>
            <a:off x="28080" y="4062960"/>
            <a:ext cx="1581480" cy="1581480"/>
          </a:xfrm>
          <a:prstGeom prst="rect">
            <a:avLst/>
          </a:prstGeom>
          <a:ln w="0">
            <a:noFill/>
          </a:ln>
        </p:spPr>
      </p:pic>
      <p:sp>
        <p:nvSpPr>
          <p:cNvPr id="21" name=""/>
          <p:cNvSpPr/>
          <p:nvPr/>
        </p:nvSpPr>
        <p:spPr>
          <a:xfrm>
            <a:off x="2312280" y="41400"/>
            <a:ext cx="4159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MR_ART_Demo_Project/fs_subjects/sub-000103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" name=""/>
          <p:cNvSpPr/>
          <p:nvPr/>
        </p:nvSpPr>
        <p:spPr>
          <a:xfrm>
            <a:off x="540000" y="337680"/>
            <a:ext cx="593640" cy="34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Still 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>
            <a:off x="4647600" y="314280"/>
            <a:ext cx="619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Mild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8742960" y="335160"/>
            <a:ext cx="1051560" cy="2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Moderate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5" name="" descr=""/>
          <p:cNvPicPr/>
          <p:nvPr/>
        </p:nvPicPr>
        <p:blipFill>
          <a:blip r:embed="rId3"/>
          <a:stretch/>
        </p:blipFill>
        <p:spPr>
          <a:xfrm rot="21584400">
            <a:off x="4082400" y="619200"/>
            <a:ext cx="1571760" cy="1571760"/>
          </a:xfrm>
          <a:prstGeom prst="rect">
            <a:avLst/>
          </a:prstGeom>
          <a:ln w="0">
            <a:noFill/>
          </a:ln>
        </p:spPr>
      </p:pic>
      <p:pic>
        <p:nvPicPr>
          <p:cNvPr id="26" name="" descr=""/>
          <p:cNvPicPr/>
          <p:nvPr/>
        </p:nvPicPr>
        <p:blipFill>
          <a:blip r:embed="rId4"/>
          <a:stretch/>
        </p:blipFill>
        <p:spPr>
          <a:xfrm>
            <a:off x="36000" y="609480"/>
            <a:ext cx="1590840" cy="1590840"/>
          </a:xfrm>
          <a:prstGeom prst="rect">
            <a:avLst/>
          </a:prstGeom>
          <a:ln w="0">
            <a:noFill/>
          </a:ln>
        </p:spPr>
      </p:pic>
      <p:pic>
        <p:nvPicPr>
          <p:cNvPr id="27" name="" descr=""/>
          <p:cNvPicPr/>
          <p:nvPr/>
        </p:nvPicPr>
        <p:blipFill>
          <a:blip r:embed="rId5"/>
          <a:stretch/>
        </p:blipFill>
        <p:spPr>
          <a:xfrm>
            <a:off x="8471520" y="615600"/>
            <a:ext cx="1578960" cy="1578960"/>
          </a:xfrm>
          <a:prstGeom prst="rect">
            <a:avLst/>
          </a:prstGeom>
          <a:ln w="0">
            <a:noFill/>
          </a:ln>
        </p:spPr>
      </p:pic>
      <p:pic>
        <p:nvPicPr>
          <p:cNvPr id="28" name="" descr=""/>
          <p:cNvPicPr/>
          <p:nvPr/>
        </p:nvPicPr>
        <p:blipFill>
          <a:blip r:embed="rId6"/>
          <a:stretch/>
        </p:blipFill>
        <p:spPr>
          <a:xfrm>
            <a:off x="4089600" y="4064400"/>
            <a:ext cx="1578960" cy="1578960"/>
          </a:xfrm>
          <a:prstGeom prst="rect">
            <a:avLst/>
          </a:prstGeom>
          <a:ln w="0">
            <a:noFill/>
          </a:ln>
        </p:spPr>
      </p:pic>
      <p:pic>
        <p:nvPicPr>
          <p:cNvPr id="29" name="" descr=""/>
          <p:cNvPicPr/>
          <p:nvPr/>
        </p:nvPicPr>
        <p:blipFill>
          <a:blip r:embed="rId7"/>
          <a:stretch/>
        </p:blipFill>
        <p:spPr>
          <a:xfrm>
            <a:off x="19440" y="2337120"/>
            <a:ext cx="1578960" cy="1578960"/>
          </a:xfrm>
          <a:prstGeom prst="rect">
            <a:avLst/>
          </a:prstGeom>
          <a:ln w="0">
            <a:noFill/>
          </a:ln>
        </p:spPr>
      </p:pic>
      <p:pic>
        <p:nvPicPr>
          <p:cNvPr id="30" name="" descr=""/>
          <p:cNvPicPr/>
          <p:nvPr/>
        </p:nvPicPr>
        <p:blipFill>
          <a:blip r:embed="rId8"/>
          <a:stretch/>
        </p:blipFill>
        <p:spPr>
          <a:xfrm>
            <a:off x="8469360" y="2335680"/>
            <a:ext cx="1581480" cy="1581480"/>
          </a:xfrm>
          <a:prstGeom prst="rect">
            <a:avLst/>
          </a:prstGeom>
          <a:ln w="0">
            <a:noFill/>
          </a:ln>
        </p:spPr>
      </p:pic>
      <p:pic>
        <p:nvPicPr>
          <p:cNvPr id="31" name="" descr=""/>
          <p:cNvPicPr/>
          <p:nvPr/>
        </p:nvPicPr>
        <p:blipFill>
          <a:blip r:embed="rId9"/>
          <a:stretch/>
        </p:blipFill>
        <p:spPr>
          <a:xfrm>
            <a:off x="8452080" y="4062960"/>
            <a:ext cx="1581480" cy="1581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" descr=""/>
          <p:cNvPicPr/>
          <p:nvPr/>
        </p:nvPicPr>
        <p:blipFill>
          <a:blip r:embed="rId1"/>
          <a:stretch/>
        </p:blipFill>
        <p:spPr>
          <a:xfrm>
            <a:off x="8452080" y="4062960"/>
            <a:ext cx="1581480" cy="1581480"/>
          </a:xfrm>
          <a:prstGeom prst="rect">
            <a:avLst/>
          </a:prstGeom>
          <a:ln w="0">
            <a:noFill/>
          </a:ln>
        </p:spPr>
      </p:pic>
      <p:pic>
        <p:nvPicPr>
          <p:cNvPr id="33" name="" descr=""/>
          <p:cNvPicPr/>
          <p:nvPr/>
        </p:nvPicPr>
        <p:blipFill>
          <a:blip r:embed="rId2"/>
          <a:stretch/>
        </p:blipFill>
        <p:spPr>
          <a:xfrm>
            <a:off x="8469360" y="2335680"/>
            <a:ext cx="1581480" cy="1581480"/>
          </a:xfrm>
          <a:prstGeom prst="rect">
            <a:avLst/>
          </a:prstGeom>
          <a:ln w="0">
            <a:noFill/>
          </a:ln>
        </p:spPr>
      </p:pic>
      <p:pic>
        <p:nvPicPr>
          <p:cNvPr id="34" name="" descr=""/>
          <p:cNvPicPr/>
          <p:nvPr/>
        </p:nvPicPr>
        <p:blipFill>
          <a:blip r:embed="rId3"/>
          <a:stretch/>
        </p:blipFill>
        <p:spPr>
          <a:xfrm>
            <a:off x="8469000" y="615600"/>
            <a:ext cx="1581480" cy="1581480"/>
          </a:xfrm>
          <a:prstGeom prst="rect">
            <a:avLst/>
          </a:prstGeom>
          <a:ln w="0">
            <a:noFill/>
          </a:ln>
        </p:spPr>
      </p:pic>
      <p:pic>
        <p:nvPicPr>
          <p:cNvPr id="35" name="" descr=""/>
          <p:cNvPicPr/>
          <p:nvPr/>
        </p:nvPicPr>
        <p:blipFill>
          <a:blip r:embed="rId4"/>
          <a:stretch/>
        </p:blipFill>
        <p:spPr>
          <a:xfrm>
            <a:off x="4087080" y="4061880"/>
            <a:ext cx="1581480" cy="1581480"/>
          </a:xfrm>
          <a:prstGeom prst="rect">
            <a:avLst/>
          </a:prstGeom>
          <a:ln w="0">
            <a:noFill/>
          </a:ln>
        </p:spPr>
      </p:pic>
      <p:pic>
        <p:nvPicPr>
          <p:cNvPr id="36" name="" descr=""/>
          <p:cNvPicPr/>
          <p:nvPr/>
        </p:nvPicPr>
        <p:blipFill>
          <a:blip r:embed="rId5"/>
          <a:stretch/>
        </p:blipFill>
        <p:spPr>
          <a:xfrm>
            <a:off x="4093920" y="2335680"/>
            <a:ext cx="1581480" cy="1581480"/>
          </a:xfrm>
          <a:prstGeom prst="rect">
            <a:avLst/>
          </a:prstGeom>
          <a:ln w="0">
            <a:noFill/>
          </a:ln>
        </p:spPr>
      </p:pic>
      <p:pic>
        <p:nvPicPr>
          <p:cNvPr id="37" name="" descr=""/>
          <p:cNvPicPr/>
          <p:nvPr/>
        </p:nvPicPr>
        <p:blipFill>
          <a:blip r:embed="rId6"/>
          <a:stretch/>
        </p:blipFill>
        <p:spPr>
          <a:xfrm>
            <a:off x="4079520" y="613080"/>
            <a:ext cx="1581480" cy="1581480"/>
          </a:xfrm>
          <a:prstGeom prst="rect">
            <a:avLst/>
          </a:prstGeom>
          <a:ln w="0">
            <a:noFill/>
          </a:ln>
        </p:spPr>
      </p:pic>
      <p:pic>
        <p:nvPicPr>
          <p:cNvPr id="38" name="" descr=""/>
          <p:cNvPicPr/>
          <p:nvPr/>
        </p:nvPicPr>
        <p:blipFill>
          <a:blip r:embed="rId7"/>
          <a:stretch/>
        </p:blipFill>
        <p:spPr>
          <a:xfrm>
            <a:off x="28080" y="4062960"/>
            <a:ext cx="1581480" cy="1581480"/>
          </a:xfrm>
          <a:prstGeom prst="rect">
            <a:avLst/>
          </a:prstGeom>
          <a:ln w="0">
            <a:noFill/>
          </a:ln>
        </p:spPr>
      </p:pic>
      <p:sp>
        <p:nvSpPr>
          <p:cNvPr id="39" name=""/>
          <p:cNvSpPr/>
          <p:nvPr/>
        </p:nvSpPr>
        <p:spPr>
          <a:xfrm>
            <a:off x="2312280" y="41400"/>
            <a:ext cx="4159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MR_ART_Demo_Project/fs_subjects/sub-000148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540000" y="337680"/>
            <a:ext cx="593640" cy="34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Still 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4647600" y="314280"/>
            <a:ext cx="619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Mild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8742960" y="335160"/>
            <a:ext cx="1051560" cy="2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Moderate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43" name="" descr=""/>
          <p:cNvPicPr/>
          <p:nvPr/>
        </p:nvPicPr>
        <p:blipFill>
          <a:blip r:embed="rId8"/>
          <a:stretch/>
        </p:blipFill>
        <p:spPr>
          <a:xfrm>
            <a:off x="36000" y="609480"/>
            <a:ext cx="1590840" cy="1590840"/>
          </a:xfrm>
          <a:prstGeom prst="rect">
            <a:avLst/>
          </a:prstGeom>
          <a:ln w="0">
            <a:noFill/>
          </a:ln>
        </p:spPr>
      </p:pic>
      <p:pic>
        <p:nvPicPr>
          <p:cNvPr id="44" name="" descr=""/>
          <p:cNvPicPr/>
          <p:nvPr/>
        </p:nvPicPr>
        <p:blipFill>
          <a:blip r:embed="rId9"/>
          <a:stretch/>
        </p:blipFill>
        <p:spPr>
          <a:xfrm>
            <a:off x="19440" y="2337120"/>
            <a:ext cx="1578960" cy="1578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" descr=""/>
          <p:cNvPicPr/>
          <p:nvPr/>
        </p:nvPicPr>
        <p:blipFill>
          <a:blip r:embed="rId1"/>
          <a:stretch/>
        </p:blipFill>
        <p:spPr>
          <a:xfrm>
            <a:off x="4086720" y="406152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46" name="" descr=""/>
          <p:cNvPicPr/>
          <p:nvPr/>
        </p:nvPicPr>
        <p:blipFill>
          <a:blip r:embed="rId2"/>
          <a:stretch/>
        </p:blipFill>
        <p:spPr>
          <a:xfrm>
            <a:off x="8435520" y="406260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47" name="" descr=""/>
          <p:cNvPicPr/>
          <p:nvPr/>
        </p:nvPicPr>
        <p:blipFill>
          <a:blip r:embed="rId3"/>
          <a:stretch/>
        </p:blipFill>
        <p:spPr>
          <a:xfrm>
            <a:off x="28080" y="406296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48" name="" descr=""/>
          <p:cNvPicPr/>
          <p:nvPr/>
        </p:nvPicPr>
        <p:blipFill>
          <a:blip r:embed="rId4"/>
          <a:stretch/>
        </p:blipFill>
        <p:spPr>
          <a:xfrm>
            <a:off x="8469360" y="2335680"/>
            <a:ext cx="1581480" cy="1581480"/>
          </a:xfrm>
          <a:prstGeom prst="rect">
            <a:avLst/>
          </a:prstGeom>
          <a:ln w="0">
            <a:noFill/>
          </a:ln>
        </p:spPr>
      </p:pic>
      <p:pic>
        <p:nvPicPr>
          <p:cNvPr id="49" name="" descr=""/>
          <p:cNvPicPr/>
          <p:nvPr/>
        </p:nvPicPr>
        <p:blipFill>
          <a:blip r:embed="rId5"/>
          <a:stretch/>
        </p:blipFill>
        <p:spPr>
          <a:xfrm>
            <a:off x="8469000" y="615600"/>
            <a:ext cx="1581480" cy="1581480"/>
          </a:xfrm>
          <a:prstGeom prst="rect">
            <a:avLst/>
          </a:prstGeom>
          <a:ln w="0">
            <a:noFill/>
          </a:ln>
        </p:spPr>
      </p:pic>
      <p:pic>
        <p:nvPicPr>
          <p:cNvPr id="50" name="" descr=""/>
          <p:cNvPicPr/>
          <p:nvPr/>
        </p:nvPicPr>
        <p:blipFill>
          <a:blip r:embed="rId6"/>
          <a:stretch/>
        </p:blipFill>
        <p:spPr>
          <a:xfrm>
            <a:off x="4093920" y="2335680"/>
            <a:ext cx="1581480" cy="1581480"/>
          </a:xfrm>
          <a:prstGeom prst="rect">
            <a:avLst/>
          </a:prstGeom>
          <a:ln w="0">
            <a:noFill/>
          </a:ln>
        </p:spPr>
      </p:pic>
      <p:sp>
        <p:nvSpPr>
          <p:cNvPr id="51" name=""/>
          <p:cNvSpPr/>
          <p:nvPr/>
        </p:nvSpPr>
        <p:spPr>
          <a:xfrm>
            <a:off x="2312280" y="41400"/>
            <a:ext cx="4159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MR_ART_Demo_Project/fs_subjects/sub-000149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540000" y="337680"/>
            <a:ext cx="593640" cy="34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Still 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" name=""/>
          <p:cNvSpPr/>
          <p:nvPr/>
        </p:nvSpPr>
        <p:spPr>
          <a:xfrm>
            <a:off x="4647600" y="314280"/>
            <a:ext cx="619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Mild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8742960" y="335160"/>
            <a:ext cx="1051560" cy="2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Moderate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55" name="" descr=""/>
          <p:cNvPicPr/>
          <p:nvPr/>
        </p:nvPicPr>
        <p:blipFill>
          <a:blip r:embed="rId7"/>
          <a:stretch/>
        </p:blipFill>
        <p:spPr>
          <a:xfrm>
            <a:off x="36000" y="609480"/>
            <a:ext cx="1590840" cy="1590840"/>
          </a:xfrm>
          <a:prstGeom prst="rect">
            <a:avLst/>
          </a:prstGeom>
          <a:ln w="0">
            <a:noFill/>
          </a:ln>
        </p:spPr>
      </p:pic>
      <p:pic>
        <p:nvPicPr>
          <p:cNvPr id="56" name="" descr=""/>
          <p:cNvPicPr/>
          <p:nvPr/>
        </p:nvPicPr>
        <p:blipFill>
          <a:blip r:embed="rId8"/>
          <a:stretch/>
        </p:blipFill>
        <p:spPr>
          <a:xfrm>
            <a:off x="19440" y="2337120"/>
            <a:ext cx="1578960" cy="1578960"/>
          </a:xfrm>
          <a:prstGeom prst="rect">
            <a:avLst/>
          </a:prstGeom>
          <a:ln w="0">
            <a:noFill/>
          </a:ln>
        </p:spPr>
      </p:pic>
      <p:pic>
        <p:nvPicPr>
          <p:cNvPr id="57" name="" descr=""/>
          <p:cNvPicPr/>
          <p:nvPr/>
        </p:nvPicPr>
        <p:blipFill>
          <a:blip r:embed="rId9"/>
          <a:stretch/>
        </p:blipFill>
        <p:spPr>
          <a:xfrm>
            <a:off x="4079160" y="613080"/>
            <a:ext cx="1581480" cy="1581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" descr=""/>
          <p:cNvPicPr/>
          <p:nvPr/>
        </p:nvPicPr>
        <p:blipFill>
          <a:blip r:embed="rId1"/>
          <a:stretch/>
        </p:blipFill>
        <p:spPr>
          <a:xfrm>
            <a:off x="4086720" y="406152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59" name="" descr=""/>
          <p:cNvPicPr/>
          <p:nvPr/>
        </p:nvPicPr>
        <p:blipFill>
          <a:blip r:embed="rId2"/>
          <a:stretch/>
        </p:blipFill>
        <p:spPr>
          <a:xfrm>
            <a:off x="4093920" y="233532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60" name="" descr=""/>
          <p:cNvPicPr/>
          <p:nvPr/>
        </p:nvPicPr>
        <p:blipFill>
          <a:blip r:embed="rId3"/>
          <a:stretch/>
        </p:blipFill>
        <p:spPr>
          <a:xfrm>
            <a:off x="4078800" y="61884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61" name="" descr=""/>
          <p:cNvPicPr/>
          <p:nvPr/>
        </p:nvPicPr>
        <p:blipFill>
          <a:blip r:embed="rId4"/>
          <a:stretch/>
        </p:blipFill>
        <p:spPr>
          <a:xfrm>
            <a:off x="96480" y="406296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62" name="" descr=""/>
          <p:cNvPicPr/>
          <p:nvPr/>
        </p:nvPicPr>
        <p:blipFill>
          <a:blip r:embed="rId5"/>
          <a:stretch/>
        </p:blipFill>
        <p:spPr>
          <a:xfrm>
            <a:off x="91080" y="232632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63" name="" descr=""/>
          <p:cNvPicPr/>
          <p:nvPr/>
        </p:nvPicPr>
        <p:blipFill>
          <a:blip r:embed="rId6"/>
          <a:stretch/>
        </p:blipFill>
        <p:spPr>
          <a:xfrm>
            <a:off x="8435520" y="406260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64" name="" descr=""/>
          <p:cNvPicPr/>
          <p:nvPr/>
        </p:nvPicPr>
        <p:blipFill>
          <a:blip r:embed="rId7"/>
          <a:stretch/>
        </p:blipFill>
        <p:spPr>
          <a:xfrm>
            <a:off x="4079160" y="61272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65" name="" descr=""/>
          <p:cNvPicPr/>
          <p:nvPr/>
        </p:nvPicPr>
        <p:blipFill>
          <a:blip r:embed="rId8"/>
          <a:stretch/>
        </p:blipFill>
        <p:spPr>
          <a:xfrm>
            <a:off x="8469360" y="2335680"/>
            <a:ext cx="1581480" cy="1581480"/>
          </a:xfrm>
          <a:prstGeom prst="rect">
            <a:avLst/>
          </a:prstGeom>
          <a:ln w="0">
            <a:noFill/>
          </a:ln>
        </p:spPr>
      </p:pic>
      <p:pic>
        <p:nvPicPr>
          <p:cNvPr id="66" name="" descr=""/>
          <p:cNvPicPr/>
          <p:nvPr/>
        </p:nvPicPr>
        <p:blipFill>
          <a:blip r:embed="rId9"/>
          <a:stretch/>
        </p:blipFill>
        <p:spPr>
          <a:xfrm>
            <a:off x="8469000" y="618840"/>
            <a:ext cx="1581480" cy="1581480"/>
          </a:xfrm>
          <a:prstGeom prst="rect">
            <a:avLst/>
          </a:prstGeom>
          <a:ln w="0">
            <a:noFill/>
          </a:ln>
        </p:spPr>
      </p:pic>
      <p:sp>
        <p:nvSpPr>
          <p:cNvPr id="67" name=""/>
          <p:cNvSpPr/>
          <p:nvPr/>
        </p:nvSpPr>
        <p:spPr>
          <a:xfrm>
            <a:off x="2312280" y="41400"/>
            <a:ext cx="4159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MR_ART_Demo_Project/fs_subjects/sub-000159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540000" y="337680"/>
            <a:ext cx="593640" cy="34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Still 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4647600" y="314280"/>
            <a:ext cx="619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Mild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8742960" y="335160"/>
            <a:ext cx="1051560" cy="2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Moderate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71" name="" descr=""/>
          <p:cNvPicPr/>
          <p:nvPr/>
        </p:nvPicPr>
        <p:blipFill>
          <a:blip r:embed="rId10"/>
          <a:stretch/>
        </p:blipFill>
        <p:spPr>
          <a:xfrm>
            <a:off x="52560" y="618480"/>
            <a:ext cx="1581840" cy="1581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" descr=""/>
          <p:cNvPicPr/>
          <p:nvPr/>
        </p:nvPicPr>
        <p:blipFill>
          <a:blip r:embed="rId1"/>
          <a:stretch/>
        </p:blipFill>
        <p:spPr>
          <a:xfrm>
            <a:off x="8469000" y="233568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73" name="" descr=""/>
          <p:cNvPicPr/>
          <p:nvPr/>
        </p:nvPicPr>
        <p:blipFill>
          <a:blip r:embed="rId2"/>
          <a:stretch/>
        </p:blipFill>
        <p:spPr>
          <a:xfrm>
            <a:off x="8468640" y="61848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74" name="" descr=""/>
          <p:cNvPicPr/>
          <p:nvPr/>
        </p:nvPicPr>
        <p:blipFill>
          <a:blip r:embed="rId3"/>
          <a:stretch/>
        </p:blipFill>
        <p:spPr>
          <a:xfrm>
            <a:off x="4093920" y="233532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75" name="" descr=""/>
          <p:cNvPicPr/>
          <p:nvPr/>
        </p:nvPicPr>
        <p:blipFill>
          <a:blip r:embed="rId4"/>
          <a:stretch/>
        </p:blipFill>
        <p:spPr>
          <a:xfrm>
            <a:off x="4078800" y="61884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76" name="" descr=""/>
          <p:cNvPicPr/>
          <p:nvPr/>
        </p:nvPicPr>
        <p:blipFill>
          <a:blip r:embed="rId5"/>
          <a:stretch/>
        </p:blipFill>
        <p:spPr>
          <a:xfrm>
            <a:off x="28080" y="406296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77" name="" descr=""/>
          <p:cNvPicPr/>
          <p:nvPr/>
        </p:nvPicPr>
        <p:blipFill>
          <a:blip r:embed="rId6"/>
          <a:stretch/>
        </p:blipFill>
        <p:spPr>
          <a:xfrm>
            <a:off x="52560" y="233712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78" name="" descr=""/>
          <p:cNvPicPr/>
          <p:nvPr/>
        </p:nvPicPr>
        <p:blipFill>
          <a:blip r:embed="rId7"/>
          <a:stretch/>
        </p:blipFill>
        <p:spPr>
          <a:xfrm>
            <a:off x="52560" y="61848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79" name="" descr=""/>
          <p:cNvPicPr/>
          <p:nvPr/>
        </p:nvPicPr>
        <p:blipFill>
          <a:blip r:embed="rId8"/>
          <a:stretch/>
        </p:blipFill>
        <p:spPr>
          <a:xfrm>
            <a:off x="8435520" y="406260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80" name="" descr=""/>
          <p:cNvPicPr/>
          <p:nvPr/>
        </p:nvPicPr>
        <p:blipFill>
          <a:blip r:embed="rId9"/>
          <a:stretch/>
        </p:blipFill>
        <p:spPr>
          <a:xfrm>
            <a:off x="4086720" y="406152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81" name="" descr=""/>
          <p:cNvPicPr/>
          <p:nvPr/>
        </p:nvPicPr>
        <p:blipFill>
          <a:blip r:embed="rId10"/>
          <a:stretch/>
        </p:blipFill>
        <p:spPr>
          <a:xfrm>
            <a:off x="4079160" y="612720"/>
            <a:ext cx="1581840" cy="1581840"/>
          </a:xfrm>
          <a:prstGeom prst="rect">
            <a:avLst/>
          </a:prstGeom>
          <a:ln w="0">
            <a:noFill/>
          </a:ln>
        </p:spPr>
      </p:pic>
      <p:sp>
        <p:nvSpPr>
          <p:cNvPr id="82" name=""/>
          <p:cNvSpPr/>
          <p:nvPr/>
        </p:nvSpPr>
        <p:spPr>
          <a:xfrm>
            <a:off x="2312280" y="41400"/>
            <a:ext cx="4159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MR_ART_Demo_Project/fs_subjects/sub-000175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540000" y="337680"/>
            <a:ext cx="593640" cy="34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Still 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4647600" y="314280"/>
            <a:ext cx="619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Mild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8742960" y="335160"/>
            <a:ext cx="1051560" cy="2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Moderate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86" name="" descr=""/>
          <p:cNvPicPr/>
          <p:nvPr/>
        </p:nvPicPr>
        <p:blipFill>
          <a:blip r:embed="rId11"/>
          <a:stretch/>
        </p:blipFill>
        <p:spPr>
          <a:xfrm>
            <a:off x="4086720" y="4061520"/>
            <a:ext cx="1581840" cy="1581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" descr=""/>
          <p:cNvPicPr/>
          <p:nvPr/>
        </p:nvPicPr>
        <p:blipFill>
          <a:blip r:embed="rId1"/>
          <a:stretch/>
        </p:blipFill>
        <p:spPr>
          <a:xfrm>
            <a:off x="8435520" y="406260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88" name="" descr=""/>
          <p:cNvPicPr/>
          <p:nvPr/>
        </p:nvPicPr>
        <p:blipFill>
          <a:blip r:embed="rId2"/>
          <a:stretch/>
        </p:blipFill>
        <p:spPr>
          <a:xfrm>
            <a:off x="8469000" y="233568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89" name="" descr=""/>
          <p:cNvPicPr/>
          <p:nvPr/>
        </p:nvPicPr>
        <p:blipFill>
          <a:blip r:embed="rId3"/>
          <a:stretch/>
        </p:blipFill>
        <p:spPr>
          <a:xfrm>
            <a:off x="8485200" y="60588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90" name="" descr=""/>
          <p:cNvPicPr/>
          <p:nvPr/>
        </p:nvPicPr>
        <p:blipFill>
          <a:blip r:embed="rId4"/>
          <a:stretch/>
        </p:blipFill>
        <p:spPr>
          <a:xfrm>
            <a:off x="4086720" y="406152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91" name="" descr=""/>
          <p:cNvPicPr/>
          <p:nvPr/>
        </p:nvPicPr>
        <p:blipFill>
          <a:blip r:embed="rId5"/>
          <a:stretch/>
        </p:blipFill>
        <p:spPr>
          <a:xfrm>
            <a:off x="4101840" y="60588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92" name="" descr=""/>
          <p:cNvPicPr/>
          <p:nvPr/>
        </p:nvPicPr>
        <p:blipFill>
          <a:blip r:embed="rId6"/>
          <a:stretch/>
        </p:blipFill>
        <p:spPr>
          <a:xfrm>
            <a:off x="4093920" y="233532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93" name="" descr=""/>
          <p:cNvPicPr/>
          <p:nvPr/>
        </p:nvPicPr>
        <p:blipFill>
          <a:blip r:embed="rId7"/>
          <a:stretch/>
        </p:blipFill>
        <p:spPr>
          <a:xfrm>
            <a:off x="28080" y="406296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94" name="" descr=""/>
          <p:cNvPicPr/>
          <p:nvPr/>
        </p:nvPicPr>
        <p:blipFill>
          <a:blip r:embed="rId8"/>
          <a:stretch/>
        </p:blipFill>
        <p:spPr>
          <a:xfrm>
            <a:off x="52560" y="233712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95" name="" descr=""/>
          <p:cNvPicPr/>
          <p:nvPr/>
        </p:nvPicPr>
        <p:blipFill>
          <a:blip r:embed="rId9"/>
          <a:stretch/>
        </p:blipFill>
        <p:spPr>
          <a:xfrm>
            <a:off x="52560" y="61848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96" name="" descr=""/>
          <p:cNvPicPr/>
          <p:nvPr/>
        </p:nvPicPr>
        <p:blipFill>
          <a:blip r:embed="rId10"/>
          <a:stretch/>
        </p:blipFill>
        <p:spPr>
          <a:xfrm>
            <a:off x="4078800" y="61884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97" name="" descr=""/>
          <p:cNvPicPr/>
          <p:nvPr/>
        </p:nvPicPr>
        <p:blipFill>
          <a:blip r:embed="rId11"/>
          <a:stretch/>
        </p:blipFill>
        <p:spPr>
          <a:xfrm>
            <a:off x="4086720" y="4061520"/>
            <a:ext cx="1581840" cy="1581840"/>
          </a:xfrm>
          <a:prstGeom prst="rect">
            <a:avLst/>
          </a:prstGeom>
          <a:ln w="0">
            <a:noFill/>
          </a:ln>
        </p:spPr>
      </p:pic>
      <p:sp>
        <p:nvSpPr>
          <p:cNvPr id="98" name=""/>
          <p:cNvSpPr/>
          <p:nvPr/>
        </p:nvSpPr>
        <p:spPr>
          <a:xfrm>
            <a:off x="2312280" y="41400"/>
            <a:ext cx="4159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MR_ART_Demo_Project/fs_subjects/sub-000179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>
            <a:off x="540000" y="337680"/>
            <a:ext cx="593640" cy="34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Still 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0" name=""/>
          <p:cNvSpPr/>
          <p:nvPr/>
        </p:nvSpPr>
        <p:spPr>
          <a:xfrm>
            <a:off x="4647600" y="314280"/>
            <a:ext cx="619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Mild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1" name=""/>
          <p:cNvSpPr/>
          <p:nvPr/>
        </p:nvSpPr>
        <p:spPr>
          <a:xfrm>
            <a:off x="8742960" y="335160"/>
            <a:ext cx="1051560" cy="2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Moderate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" descr=""/>
          <p:cNvPicPr/>
          <p:nvPr/>
        </p:nvPicPr>
        <p:blipFill>
          <a:blip r:embed="rId1"/>
          <a:stretch/>
        </p:blipFill>
        <p:spPr>
          <a:xfrm>
            <a:off x="8462880" y="60588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103" name="" descr=""/>
          <p:cNvPicPr/>
          <p:nvPr/>
        </p:nvPicPr>
        <p:blipFill>
          <a:blip r:embed="rId2"/>
          <a:stretch/>
        </p:blipFill>
        <p:spPr>
          <a:xfrm>
            <a:off x="4086720" y="406152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104" name="" descr=""/>
          <p:cNvPicPr/>
          <p:nvPr/>
        </p:nvPicPr>
        <p:blipFill>
          <a:blip r:embed="rId3"/>
          <a:stretch/>
        </p:blipFill>
        <p:spPr>
          <a:xfrm>
            <a:off x="4093920" y="233532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105" name="" descr=""/>
          <p:cNvPicPr/>
          <p:nvPr/>
        </p:nvPicPr>
        <p:blipFill>
          <a:blip r:embed="rId4"/>
          <a:stretch/>
        </p:blipFill>
        <p:spPr>
          <a:xfrm>
            <a:off x="52560" y="61848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106" name="" descr=""/>
          <p:cNvPicPr/>
          <p:nvPr/>
        </p:nvPicPr>
        <p:blipFill>
          <a:blip r:embed="rId5"/>
          <a:stretch/>
        </p:blipFill>
        <p:spPr>
          <a:xfrm>
            <a:off x="8435520" y="406260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107" name="" descr=""/>
          <p:cNvPicPr/>
          <p:nvPr/>
        </p:nvPicPr>
        <p:blipFill>
          <a:blip r:embed="rId6"/>
          <a:stretch/>
        </p:blipFill>
        <p:spPr>
          <a:xfrm>
            <a:off x="8469000" y="233568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108" name="" descr=""/>
          <p:cNvPicPr/>
          <p:nvPr/>
        </p:nvPicPr>
        <p:blipFill>
          <a:blip r:embed="rId7"/>
          <a:stretch/>
        </p:blipFill>
        <p:spPr>
          <a:xfrm>
            <a:off x="4086720" y="406152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109" name="" descr=""/>
          <p:cNvPicPr/>
          <p:nvPr/>
        </p:nvPicPr>
        <p:blipFill>
          <a:blip r:embed="rId8"/>
          <a:stretch/>
        </p:blipFill>
        <p:spPr>
          <a:xfrm>
            <a:off x="4101840" y="60588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110" name="" descr=""/>
          <p:cNvPicPr/>
          <p:nvPr/>
        </p:nvPicPr>
        <p:blipFill>
          <a:blip r:embed="rId9"/>
          <a:stretch/>
        </p:blipFill>
        <p:spPr>
          <a:xfrm>
            <a:off x="28080" y="406296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111" name="" descr=""/>
          <p:cNvPicPr/>
          <p:nvPr/>
        </p:nvPicPr>
        <p:blipFill>
          <a:blip r:embed="rId10"/>
          <a:stretch/>
        </p:blipFill>
        <p:spPr>
          <a:xfrm>
            <a:off x="52560" y="2337120"/>
            <a:ext cx="1581840" cy="1581840"/>
          </a:xfrm>
          <a:prstGeom prst="rect">
            <a:avLst/>
          </a:prstGeom>
          <a:ln w="0">
            <a:noFill/>
          </a:ln>
        </p:spPr>
      </p:pic>
      <p:pic>
        <p:nvPicPr>
          <p:cNvPr id="112" name="" descr=""/>
          <p:cNvPicPr/>
          <p:nvPr/>
        </p:nvPicPr>
        <p:blipFill>
          <a:blip r:embed="rId11"/>
          <a:stretch/>
        </p:blipFill>
        <p:spPr>
          <a:xfrm>
            <a:off x="4078800" y="618840"/>
            <a:ext cx="1581840" cy="1581840"/>
          </a:xfrm>
          <a:prstGeom prst="rect">
            <a:avLst/>
          </a:prstGeom>
          <a:ln w="0">
            <a:noFill/>
          </a:ln>
        </p:spPr>
      </p:pic>
      <p:sp>
        <p:nvSpPr>
          <p:cNvPr id="113" name=""/>
          <p:cNvSpPr/>
          <p:nvPr/>
        </p:nvSpPr>
        <p:spPr>
          <a:xfrm>
            <a:off x="2312280" y="41400"/>
            <a:ext cx="4159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MR_ART_Demo_Project/fs_subjects/sub-000183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540000" y="337680"/>
            <a:ext cx="593640" cy="34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Still 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5" name=""/>
          <p:cNvSpPr/>
          <p:nvPr/>
        </p:nvSpPr>
        <p:spPr>
          <a:xfrm>
            <a:off x="4647600" y="314280"/>
            <a:ext cx="619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Mild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8742960" y="335160"/>
            <a:ext cx="1051560" cy="2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Moderate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4353</TotalTime>
  <Application>LibreOffice/24.8.0.3$MacOSX_AARCH64 LibreOffice_project/0bdf1299c94fe897b119f97f3c613e9dca6be583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2026-09-22T10:45:03Z</dcterms:created>
  <dc:creator/>
  <dc:description/>
  <dc:language>en-US</dc:language>
  <cp:lastModifiedBy/>
  <dcterms:modified xsi:type="dcterms:W3CDTF">2026-10-06T17:42:52Z</dcterms:modified>
  <cp:revision>46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