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_rels/presentation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media/image1.png" ContentType="image/png"/>
  <Override PartName="/ppt/media/image33.png" ContentType="image/png"/>
  <Override PartName="/ppt/media/image4.png" ContentType="image/png"/>
  <Override PartName="/ppt/media/image36.png" ContentType="image/png"/>
  <Override PartName="/ppt/media/image12.png" ContentType="image/png"/>
  <Override PartName="/ppt/media/image5.png" ContentType="image/png"/>
  <Override PartName="/ppt/media/image37.png" ContentType="image/png"/>
  <Override PartName="/ppt/media/image13.png" ContentType="image/png"/>
  <Override PartName="/ppt/media/image6.png" ContentType="image/png"/>
  <Override PartName="/ppt/media/image38.png" ContentType="image/png"/>
  <Override PartName="/ppt/media/image14.png" ContentType="image/png"/>
  <Override PartName="/ppt/media/image7.png" ContentType="image/png"/>
  <Override PartName="/ppt/media/image39.png" ContentType="image/png"/>
  <Override PartName="/ppt/media/image15.png" ContentType="image/png"/>
  <Override PartName="/ppt/media/image16.png" ContentType="image/png"/>
  <Override PartName="/ppt/media/image10.png" ContentType="image/png"/>
  <Override PartName="/ppt/media/image11.png" ContentType="image/png"/>
  <Override PartName="/ppt/media/image3.png" ContentType="image/png"/>
  <Override PartName="/ppt/media/image35.png" ContentType="image/png"/>
  <Override PartName="/ppt/media/image18.png" ContentType="image/png"/>
  <Override PartName="/ppt/media/image2.png" ContentType="image/png"/>
  <Override PartName="/ppt/media/image34.png" ContentType="image/png"/>
  <Override PartName="/ppt/media/image19.png" ContentType="image/png"/>
  <Override PartName="/ppt/media/image8.png" ContentType="image/png"/>
  <Override PartName="/ppt/media/image20.png" ContentType="image/png"/>
  <Override PartName="/ppt/media/image9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7.png" ContentType="image/png"/>
  <Override PartName="/ppt/media/image24.png" ContentType="image/png"/>
  <Override PartName="/ppt/media/image30.png" ContentType="image/png"/>
  <Override PartName="/ppt/media/image40.png" ContentType="image/png"/>
  <Override PartName="/ppt/media/image25.png" ContentType="image/png"/>
  <Override PartName="/ppt/media/image31.png" ContentType="image/png"/>
  <Override PartName="/ppt/media/image29.png" ContentType="image/png"/>
  <Override PartName="/ppt/media/image26.png" ContentType="image/png"/>
  <Override PartName="/ppt/media/image17.png" ContentType="image/png"/>
  <Override PartName="/ppt/media/image32.png" ContentType="image/png"/>
  <Override PartName="/ppt/media/image28.png" ContentType="image/png"/>
  <Override PartName="/ppt/slides/_rels/slide27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3.xml.rels" ContentType="application/vnd.openxmlformats-package.relationships+xml"/>
  <Override PartName="/ppt/slides/_rels/slide20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10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1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20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D1684D8-1815-4439-BC91-B4A879328A5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020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A85DFA0-DE4F-4FEB-AABE-CD0E6AEB5F5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20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F69A85D-CAC0-4DA2-BC97-2F5090E6DC92}" type="slidenum"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49F48BB-6D0D-4A40-BB21-F64449A7238D}" type="slidenum"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png"/><Relationship Id="rId3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38.png"/><Relationship Id="rId3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image" Target="../media/image40.png"/><Relationship Id="rId3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" descr=""/>
          <p:cNvPicPr/>
          <p:nvPr/>
        </p:nvPicPr>
        <p:blipFill>
          <a:blip r:embed="rId1"/>
          <a:stretch/>
        </p:blipFill>
        <p:spPr>
          <a:xfrm flipH="1" rot="10800000">
            <a:off x="28440" y="1042920"/>
            <a:ext cx="10078200" cy="3548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" descr=""/>
          <p:cNvPicPr/>
          <p:nvPr/>
        </p:nvPicPr>
        <p:blipFill>
          <a:blip r:embed="rId1"/>
          <a:stretch/>
        </p:blipFill>
        <p:spPr>
          <a:xfrm flipH="1" rot="10800000">
            <a:off x="28440" y="1001520"/>
            <a:ext cx="10078200" cy="3548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" descr=""/>
          <p:cNvPicPr/>
          <p:nvPr/>
        </p:nvPicPr>
        <p:blipFill>
          <a:blip r:embed="rId1"/>
          <a:stretch/>
        </p:blipFill>
        <p:spPr>
          <a:xfrm flipH="1" rot="10800000">
            <a:off x="100800" y="1280160"/>
            <a:ext cx="10078200" cy="3548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" descr=""/>
          <p:cNvPicPr/>
          <p:nvPr/>
        </p:nvPicPr>
        <p:blipFill>
          <a:blip r:embed="rId1"/>
          <a:stretch/>
        </p:blipFill>
        <p:spPr>
          <a:xfrm>
            <a:off x="0" y="45720"/>
            <a:ext cx="6202800" cy="4170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" descr=""/>
          <p:cNvPicPr/>
          <p:nvPr/>
        </p:nvPicPr>
        <p:blipFill>
          <a:blip r:embed="rId1"/>
          <a:stretch/>
        </p:blipFill>
        <p:spPr>
          <a:xfrm>
            <a:off x="2156040" y="0"/>
            <a:ext cx="6847560" cy="4587480"/>
          </a:xfrm>
          <a:prstGeom prst="rect">
            <a:avLst/>
          </a:prstGeom>
          <a:ln w="0">
            <a:noFill/>
          </a:ln>
        </p:spPr>
      </p:pic>
      <p:pic>
        <p:nvPicPr>
          <p:cNvPr id="19" name="" descr=""/>
          <p:cNvPicPr/>
          <p:nvPr/>
        </p:nvPicPr>
        <p:blipFill>
          <a:blip r:embed="rId2"/>
          <a:stretch/>
        </p:blipFill>
        <p:spPr>
          <a:xfrm>
            <a:off x="-3787920" y="73080"/>
            <a:ext cx="7056720" cy="4458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" descr=""/>
          <p:cNvPicPr/>
          <p:nvPr/>
        </p:nvPicPr>
        <p:blipFill>
          <a:blip r:embed="rId1"/>
          <a:stretch/>
        </p:blipFill>
        <p:spPr>
          <a:xfrm>
            <a:off x="174600" y="505800"/>
            <a:ext cx="4959360" cy="3322440"/>
          </a:xfrm>
          <a:prstGeom prst="rect">
            <a:avLst/>
          </a:prstGeom>
          <a:ln w="0">
            <a:noFill/>
          </a:ln>
        </p:spPr>
      </p:pic>
      <p:pic>
        <p:nvPicPr>
          <p:cNvPr id="21" name="" descr=""/>
          <p:cNvPicPr/>
          <p:nvPr/>
        </p:nvPicPr>
        <p:blipFill>
          <a:blip r:embed="rId2"/>
          <a:stretch/>
        </p:blipFill>
        <p:spPr>
          <a:xfrm>
            <a:off x="4650120" y="505800"/>
            <a:ext cx="5428440" cy="3636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" descr=""/>
          <p:cNvPicPr/>
          <p:nvPr/>
        </p:nvPicPr>
        <p:blipFill>
          <a:blip r:embed="rId1"/>
          <a:stretch/>
        </p:blipFill>
        <p:spPr>
          <a:xfrm>
            <a:off x="0" y="756360"/>
            <a:ext cx="4485960" cy="3005280"/>
          </a:xfrm>
          <a:prstGeom prst="rect">
            <a:avLst/>
          </a:prstGeom>
          <a:ln w="0">
            <a:noFill/>
          </a:ln>
        </p:spPr>
      </p:pic>
      <p:pic>
        <p:nvPicPr>
          <p:cNvPr id="23" name="" descr=""/>
          <p:cNvPicPr/>
          <p:nvPr/>
        </p:nvPicPr>
        <p:blipFill>
          <a:blip r:embed="rId2"/>
          <a:stretch/>
        </p:blipFill>
        <p:spPr>
          <a:xfrm>
            <a:off x="4487400" y="918000"/>
            <a:ext cx="3782520" cy="2525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" descr=""/>
          <p:cNvPicPr/>
          <p:nvPr/>
        </p:nvPicPr>
        <p:blipFill>
          <a:blip r:embed="rId1"/>
          <a:stretch/>
        </p:blipFill>
        <p:spPr>
          <a:xfrm>
            <a:off x="4570200" y="719280"/>
            <a:ext cx="5508360" cy="3678840"/>
          </a:xfrm>
          <a:prstGeom prst="rect">
            <a:avLst/>
          </a:prstGeom>
          <a:ln w="0">
            <a:noFill/>
          </a:ln>
        </p:spPr>
      </p:pic>
      <p:pic>
        <p:nvPicPr>
          <p:cNvPr id="25" name="" descr=""/>
          <p:cNvPicPr/>
          <p:nvPr/>
        </p:nvPicPr>
        <p:blipFill>
          <a:blip r:embed="rId2"/>
          <a:stretch/>
        </p:blipFill>
        <p:spPr>
          <a:xfrm>
            <a:off x="0" y="818280"/>
            <a:ext cx="4802400" cy="3207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"/>
          <p:cNvSpPr/>
          <p:nvPr/>
        </p:nvSpPr>
        <p:spPr>
          <a:xfrm>
            <a:off x="5085720" y="349560"/>
            <a:ext cx="4601160" cy="307260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DejaVu Sans"/>
              </a:rPr>
              <a:t>c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7" name="" descr=""/>
          <p:cNvPicPr/>
          <p:nvPr/>
        </p:nvPicPr>
        <p:blipFill>
          <a:blip r:embed="rId2"/>
          <a:stretch/>
        </p:blipFill>
        <p:spPr>
          <a:xfrm>
            <a:off x="0" y="265320"/>
            <a:ext cx="4961160" cy="3313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" descr=""/>
          <p:cNvPicPr/>
          <p:nvPr/>
        </p:nvPicPr>
        <p:blipFill>
          <a:blip r:embed="rId1"/>
          <a:stretch/>
        </p:blipFill>
        <p:spPr>
          <a:xfrm>
            <a:off x="0" y="719640"/>
            <a:ext cx="5532840" cy="3695040"/>
          </a:xfrm>
          <a:prstGeom prst="rect">
            <a:avLst/>
          </a:prstGeom>
          <a:ln w="0">
            <a:noFill/>
          </a:ln>
        </p:spPr>
      </p:pic>
      <p:pic>
        <p:nvPicPr>
          <p:cNvPr id="29" name="" descr=""/>
          <p:cNvPicPr/>
          <p:nvPr/>
        </p:nvPicPr>
        <p:blipFill>
          <a:blip r:embed="rId2"/>
          <a:srcRect l="0" t="1383" r="777" b="0"/>
          <a:stretch/>
        </p:blipFill>
        <p:spPr>
          <a:xfrm>
            <a:off x="5232960" y="681480"/>
            <a:ext cx="5624280" cy="3733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" descr=""/>
          <p:cNvPicPr/>
          <p:nvPr/>
        </p:nvPicPr>
        <p:blipFill>
          <a:blip r:embed="rId1"/>
          <a:stretch/>
        </p:blipFill>
        <p:spPr>
          <a:xfrm>
            <a:off x="-58320" y="1702800"/>
            <a:ext cx="4663800" cy="2896560"/>
          </a:xfrm>
          <a:prstGeom prst="rect">
            <a:avLst/>
          </a:prstGeom>
          <a:ln w="0">
            <a:noFill/>
          </a:ln>
        </p:spPr>
      </p:pic>
      <p:pic>
        <p:nvPicPr>
          <p:cNvPr id="31" name="" descr=""/>
          <p:cNvPicPr/>
          <p:nvPr/>
        </p:nvPicPr>
        <p:blipFill>
          <a:blip r:embed="rId2"/>
          <a:stretch/>
        </p:blipFill>
        <p:spPr>
          <a:xfrm>
            <a:off x="4638960" y="1536840"/>
            <a:ext cx="5449680" cy="3181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" descr=""/>
          <p:cNvPicPr/>
          <p:nvPr/>
        </p:nvPicPr>
        <p:blipFill>
          <a:blip r:embed="rId1"/>
          <a:stretch/>
        </p:blipFill>
        <p:spPr>
          <a:xfrm>
            <a:off x="-1217160" y="556200"/>
            <a:ext cx="6213600" cy="4173480"/>
          </a:xfrm>
          <a:prstGeom prst="rect">
            <a:avLst/>
          </a:prstGeom>
          <a:ln w="0">
            <a:noFill/>
          </a:ln>
        </p:spPr>
      </p:pic>
      <p:pic>
        <p:nvPicPr>
          <p:cNvPr id="33" name="" descr=""/>
          <p:cNvPicPr/>
          <p:nvPr/>
        </p:nvPicPr>
        <p:blipFill>
          <a:blip r:embed="rId2"/>
          <a:stretch/>
        </p:blipFill>
        <p:spPr>
          <a:xfrm>
            <a:off x="3898440" y="556200"/>
            <a:ext cx="6181200" cy="4151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" descr=""/>
          <p:cNvPicPr/>
          <p:nvPr/>
        </p:nvPicPr>
        <p:blipFill>
          <a:blip r:embed="rId1"/>
          <a:stretch/>
        </p:blipFill>
        <p:spPr>
          <a:xfrm>
            <a:off x="0" y="786960"/>
            <a:ext cx="6207480" cy="4169520"/>
          </a:xfrm>
          <a:prstGeom prst="rect">
            <a:avLst/>
          </a:prstGeom>
          <a:ln w="0">
            <a:noFill/>
          </a:ln>
        </p:spPr>
      </p:pic>
      <p:pic>
        <p:nvPicPr>
          <p:cNvPr id="35" name="" descr=""/>
          <p:cNvPicPr/>
          <p:nvPr/>
        </p:nvPicPr>
        <p:blipFill>
          <a:blip r:embed="rId2"/>
          <a:stretch/>
        </p:blipFill>
        <p:spPr>
          <a:xfrm>
            <a:off x="5364000" y="787680"/>
            <a:ext cx="6044400" cy="4060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" descr=""/>
          <p:cNvPicPr/>
          <p:nvPr/>
        </p:nvPicPr>
        <p:blipFill>
          <a:blip r:embed="rId1"/>
          <a:stretch/>
        </p:blipFill>
        <p:spPr>
          <a:xfrm>
            <a:off x="0" y="708120"/>
            <a:ext cx="5233320" cy="3515040"/>
          </a:xfrm>
          <a:prstGeom prst="rect">
            <a:avLst/>
          </a:prstGeom>
          <a:ln w="0">
            <a:noFill/>
          </a:ln>
        </p:spPr>
      </p:pic>
      <p:pic>
        <p:nvPicPr>
          <p:cNvPr id="37" name="" descr=""/>
          <p:cNvPicPr/>
          <p:nvPr/>
        </p:nvPicPr>
        <p:blipFill>
          <a:blip r:embed="rId2"/>
          <a:stretch/>
        </p:blipFill>
        <p:spPr>
          <a:xfrm>
            <a:off x="4824000" y="704520"/>
            <a:ext cx="5238360" cy="3518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" descr=""/>
          <p:cNvPicPr/>
          <p:nvPr/>
        </p:nvPicPr>
        <p:blipFill>
          <a:blip r:embed="rId1"/>
          <a:stretch/>
        </p:blipFill>
        <p:spPr>
          <a:xfrm>
            <a:off x="0" y="1063080"/>
            <a:ext cx="5355360" cy="3597120"/>
          </a:xfrm>
          <a:prstGeom prst="rect">
            <a:avLst/>
          </a:prstGeom>
          <a:ln w="0">
            <a:noFill/>
          </a:ln>
        </p:spPr>
      </p:pic>
      <p:pic>
        <p:nvPicPr>
          <p:cNvPr id="39" name="" descr=""/>
          <p:cNvPicPr/>
          <p:nvPr/>
        </p:nvPicPr>
        <p:blipFill>
          <a:blip r:embed="rId2"/>
          <a:stretch/>
        </p:blipFill>
        <p:spPr>
          <a:xfrm>
            <a:off x="5014440" y="1100520"/>
            <a:ext cx="5489280" cy="3687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" descr=""/>
          <p:cNvPicPr/>
          <p:nvPr/>
        </p:nvPicPr>
        <p:blipFill>
          <a:blip r:embed="rId1"/>
          <a:stretch/>
        </p:blipFill>
        <p:spPr>
          <a:xfrm>
            <a:off x="-1115640" y="173160"/>
            <a:ext cx="5859720" cy="3935520"/>
          </a:xfrm>
          <a:prstGeom prst="rect">
            <a:avLst/>
          </a:prstGeom>
          <a:ln w="0">
            <a:noFill/>
          </a:ln>
        </p:spPr>
      </p:pic>
      <p:pic>
        <p:nvPicPr>
          <p:cNvPr id="41" name="" descr=""/>
          <p:cNvPicPr/>
          <p:nvPr/>
        </p:nvPicPr>
        <p:blipFill>
          <a:blip r:embed="rId2"/>
          <a:stretch/>
        </p:blipFill>
        <p:spPr>
          <a:xfrm>
            <a:off x="4820760" y="236160"/>
            <a:ext cx="6183000" cy="3905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0" y="383400"/>
            <a:ext cx="5674320" cy="3571200"/>
          </a:xfrm>
          <a:prstGeom prst="rect">
            <a:avLst/>
          </a:prstGeom>
          <a:ln w="0">
            <a:noFill/>
          </a:ln>
        </p:spPr>
      </p:pic>
      <p:pic>
        <p:nvPicPr>
          <p:cNvPr id="43" name="" descr=""/>
          <p:cNvPicPr/>
          <p:nvPr/>
        </p:nvPicPr>
        <p:blipFill>
          <a:blip r:embed="rId2"/>
          <a:stretch/>
        </p:blipFill>
        <p:spPr>
          <a:xfrm>
            <a:off x="5216400" y="180000"/>
            <a:ext cx="6392520" cy="4023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" descr=""/>
          <p:cNvPicPr/>
          <p:nvPr/>
        </p:nvPicPr>
        <p:blipFill>
          <a:blip r:embed="rId1"/>
          <a:stretch/>
        </p:blipFill>
        <p:spPr>
          <a:xfrm>
            <a:off x="14400" y="570240"/>
            <a:ext cx="5364720" cy="3376440"/>
          </a:xfrm>
          <a:prstGeom prst="rect">
            <a:avLst/>
          </a:prstGeom>
          <a:ln w="0">
            <a:noFill/>
          </a:ln>
        </p:spPr>
      </p:pic>
      <p:pic>
        <p:nvPicPr>
          <p:cNvPr id="45" name="" descr=""/>
          <p:cNvPicPr/>
          <p:nvPr/>
        </p:nvPicPr>
        <p:blipFill>
          <a:blip r:embed="rId2"/>
          <a:stretch/>
        </p:blipFill>
        <p:spPr>
          <a:xfrm>
            <a:off x="4883040" y="658800"/>
            <a:ext cx="5377320" cy="3384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" descr=""/>
          <p:cNvPicPr/>
          <p:nvPr/>
        </p:nvPicPr>
        <p:blipFill>
          <a:blip r:embed="rId1"/>
          <a:stretch/>
        </p:blipFill>
        <p:spPr>
          <a:xfrm>
            <a:off x="0" y="1009080"/>
            <a:ext cx="5045760" cy="3175920"/>
          </a:xfrm>
          <a:prstGeom prst="rect">
            <a:avLst/>
          </a:prstGeom>
          <a:ln w="0">
            <a:noFill/>
          </a:ln>
        </p:spPr>
      </p:pic>
      <p:pic>
        <p:nvPicPr>
          <p:cNvPr id="47" name="" descr=""/>
          <p:cNvPicPr/>
          <p:nvPr/>
        </p:nvPicPr>
        <p:blipFill>
          <a:blip r:embed="rId2"/>
          <a:stretch/>
        </p:blipFill>
        <p:spPr>
          <a:xfrm>
            <a:off x="5046480" y="1009080"/>
            <a:ext cx="5006880" cy="3151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" descr=""/>
          <p:cNvPicPr/>
          <p:nvPr/>
        </p:nvPicPr>
        <p:blipFill>
          <a:blip r:embed="rId1"/>
          <a:stretch/>
        </p:blipFill>
        <p:spPr>
          <a:xfrm>
            <a:off x="0" y="1282680"/>
            <a:ext cx="5146560" cy="3239280"/>
          </a:xfrm>
          <a:prstGeom prst="rect">
            <a:avLst/>
          </a:prstGeom>
          <a:ln w="0">
            <a:noFill/>
          </a:ln>
        </p:spPr>
      </p:pic>
      <p:pic>
        <p:nvPicPr>
          <p:cNvPr id="49" name="" descr=""/>
          <p:cNvPicPr/>
          <p:nvPr/>
        </p:nvPicPr>
        <p:blipFill>
          <a:blip r:embed="rId2"/>
          <a:stretch/>
        </p:blipFill>
        <p:spPr>
          <a:xfrm>
            <a:off x="5187960" y="1340640"/>
            <a:ext cx="5011560" cy="3154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" descr=""/>
          <p:cNvPicPr/>
          <p:nvPr/>
        </p:nvPicPr>
        <p:blipFill>
          <a:blip r:embed="rId1"/>
          <a:stretch/>
        </p:blipFill>
        <p:spPr>
          <a:xfrm>
            <a:off x="149400" y="665280"/>
            <a:ext cx="4634640" cy="2917440"/>
          </a:xfrm>
          <a:prstGeom prst="rect">
            <a:avLst/>
          </a:prstGeom>
          <a:ln w="0">
            <a:noFill/>
          </a:ln>
        </p:spPr>
      </p:pic>
      <p:pic>
        <p:nvPicPr>
          <p:cNvPr id="51" name="" descr=""/>
          <p:cNvPicPr/>
          <p:nvPr/>
        </p:nvPicPr>
        <p:blipFill>
          <a:blip r:embed="rId2"/>
          <a:stretch/>
        </p:blipFill>
        <p:spPr>
          <a:xfrm>
            <a:off x="4821480" y="683280"/>
            <a:ext cx="4606560" cy="2899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" descr=""/>
          <p:cNvPicPr/>
          <p:nvPr/>
        </p:nvPicPr>
        <p:blipFill>
          <a:blip r:embed="rId1"/>
          <a:stretch/>
        </p:blipFill>
        <p:spPr>
          <a:xfrm>
            <a:off x="48600" y="1010160"/>
            <a:ext cx="4925160" cy="3099960"/>
          </a:xfrm>
          <a:prstGeom prst="rect">
            <a:avLst/>
          </a:prstGeom>
          <a:ln w="0">
            <a:noFill/>
          </a:ln>
        </p:spPr>
      </p:pic>
      <p:pic>
        <p:nvPicPr>
          <p:cNvPr id="53" name="" descr=""/>
          <p:cNvPicPr/>
          <p:nvPr/>
        </p:nvPicPr>
        <p:blipFill>
          <a:blip r:embed="rId2"/>
          <a:stretch/>
        </p:blipFill>
        <p:spPr>
          <a:xfrm>
            <a:off x="5051160" y="979200"/>
            <a:ext cx="4975560" cy="3131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4060</TotalTime>
  <Application>LibreOffice/24.8.0.3$MacOSX_AARCH64 LibreOffice_project/0bdf1299c94fe897b119f97f3c613e9dca6be583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2026-09-22T10:45:03Z</dcterms:created>
  <dc:creator/>
  <dc:description/>
  <dc:language>en-US</dc:language>
  <cp:lastModifiedBy/>
  <dcterms:modified xsi:type="dcterms:W3CDTF">2026-10-02T19:32:09Z</dcterms:modified>
  <cp:revision>23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