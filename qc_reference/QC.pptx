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33.png" ContentType="image/png"/>
  <Override PartName="/ppt/media/image4.png" ContentType="image/png"/>
  <Override PartName="/ppt/media/image36.png" ContentType="image/png"/>
  <Override PartName="/ppt/media/image12.png" ContentType="image/png"/>
  <Override PartName="/ppt/media/image5.png" ContentType="image/png"/>
  <Override PartName="/ppt/media/image37.png" ContentType="image/png"/>
  <Override PartName="/ppt/media/image13.png" ContentType="image/png"/>
  <Override PartName="/ppt/media/image6.png" ContentType="image/png"/>
  <Override PartName="/ppt/media/image38.png" ContentType="image/png"/>
  <Override PartName="/ppt/media/image14.png" ContentType="image/png"/>
  <Override PartName="/ppt/media/image7.png" ContentType="image/png"/>
  <Override PartName="/ppt/media/image39.png" ContentType="image/png"/>
  <Override PartName="/ppt/media/image15.png" ContentType="image/png"/>
  <Override PartName="/ppt/media/image16.png" ContentType="image/png"/>
  <Override PartName="/ppt/media/image10.png" ContentType="image/png"/>
  <Override PartName="/ppt/media/image2.png" ContentType="image/png"/>
  <Override PartName="/ppt/media/image34.png" ContentType="image/png"/>
  <Override PartName="/ppt/media/image11.png" ContentType="image/png"/>
  <Override PartName="/ppt/media/image3.png" ContentType="image/png"/>
  <Override PartName="/ppt/media/image35.png" ContentType="image/png"/>
  <Override PartName="/ppt/media/image18.png" ContentType="image/png"/>
  <Override PartName="/ppt/media/image19.png" ContentType="image/png"/>
  <Override PartName="/ppt/media/image8.png" ContentType="image/png"/>
  <Override PartName="/ppt/media/image20.png" ContentType="image/png"/>
  <Override PartName="/ppt/media/image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7.png" ContentType="image/png"/>
  <Override PartName="/ppt/media/image24.png" ContentType="image/png"/>
  <Override PartName="/ppt/media/image30.png" ContentType="image/png"/>
  <Override PartName="/ppt/media/image40.png" ContentType="image/png"/>
  <Override PartName="/ppt/media/image25.png" ContentType="image/png"/>
  <Override PartName="/ppt/media/image31.png" ContentType="image/png"/>
  <Override PartName="/ppt/media/image41.png" ContentType="image/png"/>
  <Override PartName="/ppt/media/image26.png" ContentType="image/png"/>
  <Override PartName="/ppt/media/image17.png" ContentType="image/png"/>
  <Override PartName="/ppt/media/image32.png" ContentType="image/png"/>
  <Override PartName="/ppt/media/image28.png" ContentType="image/png"/>
  <Override PartName="/ppt/media/image29.png" ContentType="image/png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507BEC-EB12-455D-9BA7-05A34FAAF5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F694A6-128E-4B92-A2E7-20A1528CC3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4BD5C3-586C-499A-84D6-FE122660DCAC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B758F7-EAFB-4601-9A67-FD81EAACEA76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 flipH="1" rot="10800000">
            <a:off x="28440" y="1042920"/>
            <a:ext cx="10078560" cy="354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 flipH="1" rot="10800000">
            <a:off x="28440" y="1001520"/>
            <a:ext cx="10078560" cy="354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 flipH="1" rot="10800000">
            <a:off x="100800" y="1280160"/>
            <a:ext cx="10078560" cy="354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0" y="45720"/>
            <a:ext cx="6203160" cy="4171320"/>
          </a:xfrm>
          <a:prstGeom prst="rect">
            <a:avLst/>
          </a:prstGeom>
          <a:ln w="0">
            <a:noFill/>
          </a:ln>
        </p:spPr>
      </p:pic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5526720" y="630720"/>
            <a:ext cx="4966920" cy="334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2156040" y="0"/>
            <a:ext cx="6847920" cy="4587840"/>
          </a:xfrm>
          <a:prstGeom prst="rect">
            <a:avLst/>
          </a:prstGeom>
          <a:ln w="0">
            <a:noFill/>
          </a:ln>
        </p:spPr>
      </p:pic>
      <p:pic>
        <p:nvPicPr>
          <p:cNvPr id="20" name="" descr=""/>
          <p:cNvPicPr/>
          <p:nvPr/>
        </p:nvPicPr>
        <p:blipFill>
          <a:blip r:embed="rId2"/>
          <a:stretch/>
        </p:blipFill>
        <p:spPr>
          <a:xfrm>
            <a:off x="-3787920" y="73080"/>
            <a:ext cx="7057080" cy="445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174600" y="505800"/>
            <a:ext cx="4959720" cy="332280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2"/>
          <a:stretch/>
        </p:blipFill>
        <p:spPr>
          <a:xfrm>
            <a:off x="4650120" y="505800"/>
            <a:ext cx="5428800" cy="363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0" y="756360"/>
            <a:ext cx="4486320" cy="3005640"/>
          </a:xfrm>
          <a:prstGeom prst="rect">
            <a:avLst/>
          </a:prstGeom>
          <a:ln w="0">
            <a:noFill/>
          </a:ln>
        </p:spPr>
      </p:pic>
      <p:pic>
        <p:nvPicPr>
          <p:cNvPr id="24" name="" descr=""/>
          <p:cNvPicPr/>
          <p:nvPr/>
        </p:nvPicPr>
        <p:blipFill>
          <a:blip r:embed="rId2"/>
          <a:stretch/>
        </p:blipFill>
        <p:spPr>
          <a:xfrm>
            <a:off x="4487400" y="918000"/>
            <a:ext cx="3782880" cy="252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4570200" y="719280"/>
            <a:ext cx="5508720" cy="3679200"/>
          </a:xfrm>
          <a:prstGeom prst="rect">
            <a:avLst/>
          </a:prstGeom>
          <a:ln w="0">
            <a:noFill/>
          </a:ln>
        </p:spPr>
      </p:pic>
      <p:pic>
        <p:nvPicPr>
          <p:cNvPr id="26" name="" descr=""/>
          <p:cNvPicPr/>
          <p:nvPr/>
        </p:nvPicPr>
        <p:blipFill>
          <a:blip r:embed="rId2"/>
          <a:stretch/>
        </p:blipFill>
        <p:spPr>
          <a:xfrm>
            <a:off x="0" y="818280"/>
            <a:ext cx="4802760" cy="320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5085720" y="349560"/>
            <a:ext cx="4601520" cy="3072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c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2"/>
          <a:stretch/>
        </p:blipFill>
        <p:spPr>
          <a:xfrm>
            <a:off x="0" y="265320"/>
            <a:ext cx="4961520" cy="331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" descr=""/>
          <p:cNvPicPr/>
          <p:nvPr/>
        </p:nvPicPr>
        <p:blipFill>
          <a:blip r:embed="rId1"/>
          <a:stretch/>
        </p:blipFill>
        <p:spPr>
          <a:xfrm>
            <a:off x="0" y="719640"/>
            <a:ext cx="5533200" cy="3695400"/>
          </a:xfrm>
          <a:prstGeom prst="rect">
            <a:avLst/>
          </a:prstGeom>
          <a:ln w="0">
            <a:noFill/>
          </a:ln>
        </p:spPr>
      </p:pic>
      <p:pic>
        <p:nvPicPr>
          <p:cNvPr id="30" name="" descr=""/>
          <p:cNvPicPr/>
          <p:nvPr/>
        </p:nvPicPr>
        <p:blipFill>
          <a:blip r:embed="rId2"/>
          <a:srcRect l="0" t="1383" r="777" b="0"/>
          <a:stretch/>
        </p:blipFill>
        <p:spPr>
          <a:xfrm>
            <a:off x="5232960" y="681480"/>
            <a:ext cx="5624640" cy="373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-58320" y="1702800"/>
            <a:ext cx="4664160" cy="2896920"/>
          </a:xfrm>
          <a:prstGeom prst="rect">
            <a:avLst/>
          </a:prstGeom>
          <a:ln w="0">
            <a:noFill/>
          </a:ln>
        </p:spPr>
      </p:pic>
      <p:pic>
        <p:nvPicPr>
          <p:cNvPr id="32" name="" descr=""/>
          <p:cNvPicPr/>
          <p:nvPr/>
        </p:nvPicPr>
        <p:blipFill>
          <a:blip r:embed="rId2"/>
          <a:stretch/>
        </p:blipFill>
        <p:spPr>
          <a:xfrm>
            <a:off x="4638960" y="1536840"/>
            <a:ext cx="5450040" cy="318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-1217160" y="556200"/>
            <a:ext cx="6213960" cy="4173840"/>
          </a:xfrm>
          <a:prstGeom prst="rect">
            <a:avLst/>
          </a:prstGeom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3898440" y="556200"/>
            <a:ext cx="6181560" cy="415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0" y="786960"/>
            <a:ext cx="6207840" cy="4169880"/>
          </a:xfrm>
          <a:prstGeom prst="rect">
            <a:avLst/>
          </a:prstGeom>
          <a:ln w="0">
            <a:noFill/>
          </a:ln>
        </p:spPr>
      </p:pic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>
            <a:off x="5364000" y="787680"/>
            <a:ext cx="6044760" cy="406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0" y="708120"/>
            <a:ext cx="5233680" cy="3515400"/>
          </a:xfrm>
          <a:prstGeom prst="rect">
            <a:avLst/>
          </a:prstGeom>
          <a:ln w="0">
            <a:noFill/>
          </a:ln>
        </p:spPr>
      </p:pic>
      <p:pic>
        <p:nvPicPr>
          <p:cNvPr id="38" name="" descr=""/>
          <p:cNvPicPr/>
          <p:nvPr/>
        </p:nvPicPr>
        <p:blipFill>
          <a:blip r:embed="rId2"/>
          <a:stretch/>
        </p:blipFill>
        <p:spPr>
          <a:xfrm>
            <a:off x="4824000" y="704520"/>
            <a:ext cx="5238720" cy="351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0" y="1063080"/>
            <a:ext cx="5355720" cy="3597480"/>
          </a:xfrm>
          <a:prstGeom prst="rect">
            <a:avLst/>
          </a:prstGeom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5014440" y="1100520"/>
            <a:ext cx="5489640" cy="368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-1115640" y="173160"/>
            <a:ext cx="5860080" cy="3935880"/>
          </a:xfrm>
          <a:prstGeom prst="rect">
            <a:avLst/>
          </a:prstGeom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4820760" y="236160"/>
            <a:ext cx="6183360" cy="390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383400"/>
            <a:ext cx="5674680" cy="3571560"/>
          </a:xfrm>
          <a:prstGeom prst="rect">
            <a:avLst/>
          </a:prstGeom>
          <a:ln w="0">
            <a:noFill/>
          </a:ln>
        </p:spPr>
      </p:pic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5216400" y="180000"/>
            <a:ext cx="6392880" cy="402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14400" y="570240"/>
            <a:ext cx="5365080" cy="3376800"/>
          </a:xfrm>
          <a:prstGeom prst="rect">
            <a:avLst/>
          </a:prstGeom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4883040" y="658800"/>
            <a:ext cx="5377680" cy="338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0" y="1009080"/>
            <a:ext cx="5046120" cy="3176280"/>
          </a:xfrm>
          <a:prstGeom prst="rect">
            <a:avLst/>
          </a:prstGeom>
          <a:ln w="0">
            <a:noFill/>
          </a:ln>
        </p:spPr>
      </p:pic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5046480" y="1009080"/>
            <a:ext cx="5007240" cy="315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0" y="1282680"/>
            <a:ext cx="5146920" cy="323964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5187960" y="1340640"/>
            <a:ext cx="5011920" cy="315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149400" y="665280"/>
            <a:ext cx="4635000" cy="2917800"/>
          </a:xfrm>
          <a:prstGeom prst="rect">
            <a:avLst/>
          </a:prstGeom>
          <a:ln w="0">
            <a:noFill/>
          </a:ln>
        </p:spPr>
      </p:pic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4821480" y="683280"/>
            <a:ext cx="4606920" cy="28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8600" y="1010160"/>
            <a:ext cx="4925520" cy="3100320"/>
          </a:xfrm>
          <a:prstGeom prst="rect">
            <a:avLst/>
          </a:prstGeom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5051160" y="979200"/>
            <a:ext cx="4975920" cy="313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784</TotalTime>
  <Application>LibreOffice/24.8.0.3$MacOSX_AARCH64 LibreOffice_project/0bdf1299c94fe897b119f97f3c613e9dca6be583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2026-09-22T10:45:03Z</dcterms:created>
  <dc:creator/>
  <dc:description/>
  <dc:language>en-US</dc:language>
  <cp:lastModifiedBy/>
  <dcterms:modified xsi:type="dcterms:W3CDTF">2026-09-26T17:55:53Z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